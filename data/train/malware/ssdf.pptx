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59DEE-7930-A133-F037-3FDEEF197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325C05-776B-9824-AB95-F0816A378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8E7859-3A3A-0269-1C8E-1FC4AC72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695F9C-3790-C84F-4961-3D4CD82A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CE750-157A-3EE9-4FD0-9CF0347B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42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4F681-54D5-58D0-2F58-79CC807DB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B868E-CBE5-70FB-C73F-AEF8411C2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5EC722-D1EF-5A45-95F6-51C29545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D458F-4F1A-C578-E01A-ACF6CA14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E7EC3A-F3BA-492D-8F83-4134463B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72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04556-0FD9-9711-8518-6BDAF46BF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0FBE9F-975C-272A-E039-34EEEEE09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6D7410-0154-009A-46D6-94A14B0FE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FD8897-A68D-7BD6-608D-A79D4C57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482C28-12FB-0DDB-370B-F55C3805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7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CC596-C15F-788F-D296-48ABB2A9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D4042-9DF6-27D1-B473-138DADA7A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32AD86-5B1C-B579-366A-67E950ECB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D7556D-8AD8-A58F-6300-53BFBB81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048E98-0E9D-C6D0-FDCD-1A1729CF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E9EF75-CE44-39B0-0614-5F035BF3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63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207F2-78D0-689A-1AEE-07B268DF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45D138-9F4D-8867-4EBF-A64EA2860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1A4EB0-2A49-FB13-4700-7F5B7180B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119B8A-7448-97B2-55B4-795E4B617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2D943A-AE7C-0BF6-3E31-CEAEBF15D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272959-1644-FE0B-75F8-0505A9F3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759BD4-1D78-ACFA-69B5-93040683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B6F91F-35F7-87CB-D6B3-A2AD95ED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98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A9F1C-AA6F-2AD9-2727-E2821D17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795C2C-B366-BA91-AF77-5D5AE58A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11BB72-8815-738E-B1AF-73452EEA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3B5DE0-C14F-FA6B-BAB6-F15F0B45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74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C1BA85-A166-7182-0B1A-399DF4D9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66B158-E63F-AFC7-ADF9-8736A331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55AC34-A487-6FE3-6EF6-A078C2E0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488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466C1-C717-CDC2-5B98-4382E67B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21470-40EB-5BAF-CDC8-7B7035EFF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624D82-4CC0-8A7B-6FFF-42EC0C6A2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65035F-41BC-3466-FB64-FABBBCF4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0C8174-CD1F-BF57-3E05-DCAB9435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F0C23C-362D-2C45-9E9D-3BBD9FA3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36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9F229-95E2-F390-8F98-6D206854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758956-7078-8D77-BBF3-132F576C8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A652D4-D621-7C3E-EB23-20C00E386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E84676-BE0D-E612-9A54-2DEB36D5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9E821B-6F59-57DD-A2C1-64E4A668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31786D-B1C0-C1F8-BAD3-D5C8A9DD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20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AF871-C7F9-55CC-293F-CC679312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ADDFD1-1FAF-AF41-283C-7CDFD6764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8A554F-3D4E-CD25-64F1-8B3A575B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BB1FE-B35D-4B27-DEFE-4C511FE3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7B13BA-17E8-65A1-E442-926F0868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37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C3D07A-BF89-B24C-3110-4E3D0F0D7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D8ED80-4D4E-B345-2089-C0EE809AB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98801-954C-1100-A52E-64049245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E52CB9-029B-679E-89E2-DA194E81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00B72-BA97-3B05-5311-A6B475D7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640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E0EED1-748E-D01B-9BAC-5C3FE4A71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F22EB3-3051-5D36-6EF6-80DEC0B3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DAF52-657B-52DC-4021-71FA5B48F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F149C-B9E7-4189-94C2-A395D967BC6B}" type="datetimeFigureOut">
              <a:rPr lang="ko-KR" altLang="en-US" smtClean="0"/>
              <a:t>2024-01-10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5ADA47-EB66-6AE5-F36E-5FCFA053B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83BE43-2DB6-0FDE-C2FE-9C8825F48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21639-BADB-4179-8697-DA879B2A3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99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080B2-54B7-57F3-3B69-B4E10786C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제안서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E34338-3EE5-6710-1617-04C7CF351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03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제안서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인희 김</dc:creator>
  <cp:lastModifiedBy>인희 김</cp:lastModifiedBy>
  <cp:revision>1</cp:revision>
  <dcterms:created xsi:type="dcterms:W3CDTF">2024-01-10T04:20:44Z</dcterms:created>
  <dcterms:modified xsi:type="dcterms:W3CDTF">2024-01-10T04:20:44Z</dcterms:modified>
</cp:coreProperties>
</file>