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766" r:id="rId3"/>
    <p:sldId id="797" r:id="rId4"/>
    <p:sldId id="798" r:id="rId5"/>
    <p:sldId id="799" r:id="rId6"/>
    <p:sldId id="800" r:id="rId7"/>
    <p:sldId id="801" r:id="rId8"/>
    <p:sldId id="802" r:id="rId9"/>
    <p:sldId id="803" r:id="rId11"/>
    <p:sldId id="804" r:id="rId12"/>
    <p:sldId id="806" r:id="rId13"/>
    <p:sldId id="807" r:id="rId14"/>
    <p:sldId id="808" r:id="rId15"/>
    <p:sldId id="809" r:id="rId16"/>
    <p:sldId id="810" r:id="rId17"/>
    <p:sldId id="812" r:id="rId18"/>
    <p:sldId id="811" r:id="rId19"/>
    <p:sldId id="814" r:id="rId20"/>
    <p:sldId id="815" r:id="rId21"/>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4" userDrawn="1">
          <p15:clr>
            <a:srgbClr val="A4A3A4"/>
          </p15:clr>
        </p15:guide>
        <p15:guide id="2" pos="284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6FB3"/>
    <a:srgbClr val="16588C"/>
    <a:srgbClr val="1564A1"/>
    <a:srgbClr val="548EF8"/>
    <a:srgbClr val="519DFB"/>
    <a:srgbClr val="135E98"/>
    <a:srgbClr val="C2C2C3"/>
    <a:srgbClr val="3339B2"/>
    <a:srgbClr val="57ADF6"/>
    <a:srgbClr val="6483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24"/>
        <p:guide pos="2841"/>
      </p:guideLst>
    </p:cSldViewPr>
  </p:slide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2052"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Footer Placeholder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Footer Placeholder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Footer Placeholder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Footer Placeholder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Footer Placeholder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Footer Placeholder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Footer Placeholder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Footer Placeholder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Footer Placeholder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Footer Placeholder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Footer Placeholder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9795" y="116840"/>
            <a:ext cx="7919720" cy="507365"/>
          </a:xfrm>
        </p:spPr>
        <p:txBody>
          <a:bodyPr/>
          <a:p>
            <a:r>
              <a:rPr lang="en-CA" altLang="en-US" sz="2400"/>
              <a:t>QUY TRÌNH CÔNG VIỆC DÀNH CHO NGƯỜI MỚI</a:t>
            </a:r>
            <a:endParaRPr lang="en-CA" altLang="en-US" sz="2400"/>
          </a:p>
        </p:txBody>
      </p:sp>
      <p:sp>
        <p:nvSpPr>
          <p:cNvPr id="6" name="Content Placeholder 5"/>
          <p:cNvSpPr/>
          <p:nvPr>
            <p:ph sz="half" idx="1"/>
          </p:nvPr>
        </p:nvSpPr>
        <p:spPr>
          <a:xfrm>
            <a:off x="539750" y="765175"/>
            <a:ext cx="8397240" cy="5840095"/>
          </a:xfrm>
        </p:spPr>
        <p:txBody>
          <a:bodyPr/>
          <a:p>
            <a:pPr marL="228600" indent="-228600">
              <a:buSzPct val="85000"/>
              <a:buFont typeface="+mj-lt"/>
              <a:buAutoNum type="arabicPeriod"/>
            </a:pPr>
            <a:r>
              <a:rPr lang="en-CA" altLang="en-US" sz="1400"/>
              <a:t>Công việc chính của mình là trò truyện làm quen trên FB lấy lòng tin để lấy tiền trong túi của khách hàng</a:t>
            </a:r>
            <a:endParaRPr lang="en-CA" altLang="en-US" sz="1400"/>
          </a:p>
          <a:p>
            <a:pPr marL="228600" indent="-228600">
              <a:buSzPct val="85000"/>
              <a:buFont typeface="+mj-lt"/>
              <a:buAutoNum type="arabicPeriod"/>
            </a:pPr>
            <a:r>
              <a:rPr lang="en-CA" altLang="en-US" sz="1400"/>
              <a:t>Đóng giả NHÂN VẬT nữ du học sinh NHẬT hoặc HÀN sinh năm 96 - 99 đừng quá già quá trẻ </a:t>
            </a:r>
            <a:endParaRPr lang="en-CA" altLang="en-US" sz="1400"/>
          </a:p>
          <a:p>
            <a:pPr marL="228600" indent="-228600">
              <a:buSzPct val="85000"/>
              <a:buFont typeface="+mj-lt"/>
              <a:buAutoNum type="arabicPeriod"/>
            </a:pPr>
            <a:r>
              <a:rPr lang="en-CA" altLang="en-US" sz="1400"/>
              <a:t>Đi tìm kiếm khách tiềm năng ( GIÀU ) trên FB kết bạn nhắn tin làm quen để xây dựng lòng tin tình cảm sau đó sẽ dẫn khách vào APP của mình tạo ra để dẫn dụ lừa tiền của họ</a:t>
            </a:r>
            <a:br>
              <a:rPr lang="en-CA" altLang="en-US" sz="1400"/>
            </a:br>
            <a:endParaRPr lang="en-CA" altLang="en-US" sz="1400"/>
          </a:p>
          <a:p>
            <a:pPr>
              <a:buSzPct val="85000"/>
              <a:buAutoNum type="arabicPeriod"/>
            </a:pPr>
            <a:r>
              <a:rPr lang="en-CA" altLang="en-US" sz="1400"/>
              <a:t>ĐỐI VỚI NHÂN VIÊN MỚI CẦN ĐỌC QUY TRÌNH QUẢN LÝ ĐƯA XUỐNG VÀ HỌC NHỮNG TÓM TẮT SAU</a:t>
            </a:r>
            <a:br>
              <a:rPr lang="en-CA" altLang="en-US" sz="1400"/>
            </a:br>
            <a:r>
              <a:rPr lang="en-CA" altLang="en-US" sz="1400"/>
              <a:t>1- Xây dựng FB</a:t>
            </a:r>
            <a:br>
              <a:rPr lang="en-CA" altLang="en-US" sz="1400"/>
            </a:br>
            <a:r>
              <a:rPr lang="en-CA" altLang="en-US" sz="1400"/>
              <a:t>2- Xây dựng thông tin nhân vật</a:t>
            </a:r>
            <a:br>
              <a:rPr lang="en-CA" altLang="en-US" sz="1400"/>
            </a:br>
            <a:r>
              <a:rPr lang="en-CA" altLang="en-US" sz="1400">
                <a:sym typeface="+mn-ea"/>
              </a:rPr>
              <a:t>3- Tìm hiểu về APP </a:t>
            </a:r>
            <a:br>
              <a:rPr lang="en-CA" altLang="en-US" sz="1400"/>
            </a:br>
            <a:r>
              <a:rPr lang="en-CA" altLang="en-US" sz="1400"/>
              <a:t>4- Cách đi cào kết bạn đánh giá tiềm năng</a:t>
            </a:r>
            <a:br>
              <a:rPr lang="en-CA" altLang="en-US" sz="1400"/>
            </a:br>
            <a:r>
              <a:rPr lang="en-CA" altLang="en-US" sz="1400"/>
              <a:t>5- Mở đầu làm quen bắt chuyện với khách hàng</a:t>
            </a:r>
            <a:br>
              <a:rPr lang="en-CA" altLang="en-US" sz="1400"/>
            </a:br>
            <a:r>
              <a:rPr lang="en-CA" altLang="en-US" sz="1400"/>
              <a:t>6- Quy trình phân vùng khách</a:t>
            </a:r>
            <a:br>
              <a:rPr lang="en-CA" altLang="en-US" sz="1400"/>
            </a:br>
            <a:r>
              <a:rPr lang="en-CA" altLang="en-US" sz="1400"/>
              <a:t>7- Quy trình nhắn tin khách theo vùng</a:t>
            </a:r>
            <a:br>
              <a:rPr lang="en-CA" altLang="en-US" sz="1400"/>
            </a:br>
            <a:r>
              <a:rPr lang="en-CA" altLang="en-US" sz="1400"/>
              <a:t>8- Cách checkapp</a:t>
            </a:r>
            <a:br>
              <a:rPr lang="en-CA" altLang="en-US" sz="1400"/>
            </a:br>
            <a:r>
              <a:rPr lang="en-CA" altLang="en-US" sz="1400"/>
              <a:t>9- Dò hỏi quay app đối với khách ƯU TIÊN</a:t>
            </a:r>
            <a:br>
              <a:rPr lang="en-CA" altLang="en-US" sz="1400"/>
            </a:br>
            <a:r>
              <a:rPr lang="en-CA" altLang="en-US" sz="1400"/>
              <a:t>10- Lọc Khách</a:t>
            </a:r>
            <a:br>
              <a:rPr lang="en-CA" altLang="en-US" sz="1400"/>
            </a:br>
            <a:r>
              <a:rPr lang="en-CA" altLang="en-US" sz="1400"/>
              <a:t>11- Quy trình nhắn khách từ 5 - 10 ngày</a:t>
            </a:r>
            <a:br>
              <a:rPr lang="en-CA" altLang="en-US" sz="1400"/>
            </a:br>
            <a:r>
              <a:rPr lang="en-CA" altLang="en-US" sz="1400"/>
              <a:t>12- Nhờ khách quay app </a:t>
            </a:r>
            <a:br>
              <a:rPr lang="en-CA" altLang="en-US" sz="1400"/>
            </a:br>
            <a:r>
              <a:rPr lang="en-CA" altLang="en-US" sz="1400"/>
              <a:t>13- Hướng khách nạp tiền </a:t>
            </a:r>
            <a:br>
              <a:rPr lang="en-CA" altLang="en-US" sz="1400"/>
            </a:br>
            <a:br>
              <a:rPr lang="en-CA" altLang="en-US" sz="1400"/>
            </a:br>
            <a:br>
              <a:rPr lang="en-CA" altLang="en-US" sz="1400"/>
            </a:br>
            <a:r>
              <a:rPr lang="en-CA" altLang="en-US" sz="1400"/>
              <a:t>TRONG QUÁ TRÌNH HỌC VÀ LÀM CÓ GÌ KHÔNG HIỂU CÁC BẠN CÓ THỂ HỎI LẠI QUẢN LÝ HOẶC NHỮNG NGƯỜI LÀM ĐƯỢC</a:t>
            </a:r>
            <a:br>
              <a:rPr lang="en-CA" altLang="en-US" sz="1400"/>
            </a:br>
            <a:br>
              <a:rPr lang="en-CA" altLang="en-US" sz="1400"/>
            </a:br>
            <a:br>
              <a:rPr lang="en-CA" altLang="en-US" sz="1400"/>
            </a:br>
            <a:br>
              <a:rPr lang="en-CA" altLang="en-US" sz="1400"/>
            </a:br>
            <a:r>
              <a:rPr lang="en-CA" altLang="en-US" sz="1400"/>
              <a:t> </a:t>
            </a:r>
            <a:br>
              <a:rPr lang="en-CA" altLang="en-US" sz="1000"/>
            </a:br>
            <a:endParaRPr lang="en-CA" alt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CA" altLang="en-US" sz="3200" b="1"/>
              <a:t>XÂY DỰNG FB</a:t>
            </a:r>
            <a:endParaRPr lang="en-CA" altLang="en-US" sz="3200" b="1"/>
          </a:p>
        </p:txBody>
      </p:sp>
      <p:sp>
        <p:nvSpPr>
          <p:cNvPr id="3" name="Content Placeholder 2"/>
          <p:cNvSpPr>
            <a:spLocks noGrp="1"/>
          </p:cNvSpPr>
          <p:nvPr>
            <p:ph sz="half" idx="1"/>
          </p:nvPr>
        </p:nvSpPr>
        <p:spPr>
          <a:xfrm>
            <a:off x="396240" y="1268730"/>
            <a:ext cx="8653780" cy="5242560"/>
          </a:xfrm>
        </p:spPr>
        <p:txBody>
          <a:bodyPr/>
          <a:p>
            <a:r>
              <a:rPr lang="en-CA" altLang="en-US" sz="1200"/>
              <a:t>Tìm link nhân vật đang du học tại NHẬT hoặc HÀN mà mình muốn đóng giả</a:t>
            </a:r>
            <a:br>
              <a:rPr lang="en-CA" altLang="en-US" sz="1200"/>
            </a:br>
            <a:r>
              <a:rPr lang="en-CA" altLang="en-US" sz="1200"/>
              <a:t>Tạo đăng ký 1 FB để thay đổi thông tin chỉnh sửa thành nhân vật đấy FB chính cần có VIDEO giống video gọi để sau này gọi cho khách </a:t>
            </a:r>
            <a:br>
              <a:rPr lang="en-CA" altLang="en-US" sz="1200"/>
            </a:br>
            <a:r>
              <a:rPr lang="en-CA" altLang="en-US" sz="1200"/>
              <a:t>FB tạo cần có STK MBBANK thật trùng với tên FB mà bạn muốn để VÍ DỤ tên TK NGUYEN THI LAN ANH trùng với FB tên LAN ANH) </a:t>
            </a:r>
            <a:br>
              <a:rPr lang="en-CA" altLang="en-US" sz="1200"/>
            </a:br>
            <a:r>
              <a:rPr lang="en-CA" altLang="en-US" sz="1200"/>
              <a:t>FB mới tạo cần có khoảng 15-20 Bài viết like có bình luận tương tác cho giống thật</a:t>
            </a:r>
            <a:br>
              <a:rPr lang="en-CA" altLang="en-US" sz="1200"/>
            </a:br>
            <a:r>
              <a:rPr lang="en-CA" altLang="en-US" sz="1200"/>
              <a:t>Có thông tin quê quán địa chỉ và nuôi 5-8 ngày để FB ổn định trong quá trình nuôi FB mỗi ngày đăng 1 bài viết cần có like và bình luận thật các bạn có thể vào nhóm TƯƠNG TÁC FB để xin mọi người vào like và bình luận bài viết quá mình </a:t>
            </a:r>
            <a:endParaRPr lang="en-CA"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9750" y="-171132"/>
            <a:ext cx="8229600" cy="1143000"/>
          </a:xfrm>
        </p:spPr>
        <p:txBody>
          <a:bodyPr/>
          <a:p>
            <a:r>
              <a:rPr lang="en-CA" altLang="en-US" sz="3200">
                <a:sym typeface="+mn-ea"/>
              </a:rPr>
              <a:t>XÂY DỰNG THÔNG TIN NHÂN VẬT</a:t>
            </a:r>
            <a:endParaRPr lang="en-CA" altLang="en-US" sz="3200">
              <a:sym typeface="+mn-ea"/>
            </a:endParaRPr>
          </a:p>
        </p:txBody>
      </p:sp>
      <p:sp>
        <p:nvSpPr>
          <p:cNvPr id="3" name="Content Placeholder 2"/>
          <p:cNvSpPr>
            <a:spLocks noGrp="1"/>
          </p:cNvSpPr>
          <p:nvPr>
            <p:ph sz="half" idx="1"/>
          </p:nvPr>
        </p:nvSpPr>
        <p:spPr>
          <a:xfrm>
            <a:off x="457200" y="972185"/>
            <a:ext cx="8552815" cy="5230495"/>
          </a:xfrm>
        </p:spPr>
        <p:txBody>
          <a:bodyPr/>
          <a:p>
            <a:r>
              <a:rPr lang="en-US" sz="1200"/>
              <a:t>XÂY DỰNG NHÂN VẬT*** 1</a:t>
            </a:r>
            <a:endParaRPr lang="en-US" sz="1200"/>
          </a:p>
          <a:p>
            <a:r>
              <a:rPr lang="en-US" sz="1200"/>
              <a:t>* THỜI GIAN CỦA DU HỌC SINH Ở NHẬT. Hoăc hàn quốc </a:t>
            </a:r>
            <a:endParaRPr lang="en-US" sz="1200"/>
          </a:p>
          <a:p>
            <a:r>
              <a:rPr lang="en-US" sz="1200"/>
              <a:t>HỌ VÀ TÊN: nhớ họ tên nhân vật của mình </a:t>
            </a:r>
            <a:endParaRPr lang="en-US" sz="1200"/>
          </a:p>
          <a:p>
            <a:r>
              <a:rPr lang="en-US" sz="1200"/>
              <a:t>QUÊ QUÁN VN: Bình dương sài gòn vv....</a:t>
            </a:r>
            <a:endParaRPr lang="en-US" sz="1200"/>
          </a:p>
          <a:p>
            <a:r>
              <a:rPr lang="en-US" sz="1200"/>
              <a:t>Hiện tại:  SINH SỐNG Ở NHẬT hoặc hàn quốc : </a:t>
            </a:r>
            <a:endParaRPr lang="en-US" sz="1200"/>
          </a:p>
          <a:p>
            <a:r>
              <a:rPr lang="en-US" sz="1200"/>
              <a:t>TÊN VÀ ĐỊA CHỈ TRƯỜNG HỌC : chú ý tìm cho mình một trường học rồi ghi lại </a:t>
            </a:r>
            <a:endParaRPr lang="en-US" sz="1200"/>
          </a:p>
          <a:p>
            <a:r>
              <a:rPr lang="en-US" sz="1200"/>
              <a:t>NGÀNH HỌC : quản trị kinh doanh ( tìm hiểu tìm kĩ về chuyển ngành của mình học )</a:t>
            </a:r>
            <a:endParaRPr lang="en-US" sz="1200"/>
          </a:p>
          <a:p>
            <a:r>
              <a:rPr lang="en-US" sz="1200"/>
              <a:t>+ HIỆN TẠI : em đang du học ở nhật.hoặc hàn quốc </a:t>
            </a:r>
            <a:endParaRPr lang="en-US" sz="1200"/>
          </a:p>
          <a:p>
            <a:r>
              <a:rPr lang="en-US" sz="1200"/>
              <a:t>+ SÁNG EM  ĐI HỌC VÀ CHIÊU ĐI LÀm thêm thu ngân ở cửa hàng tiện lợi or quán ăn </a:t>
            </a:r>
            <a:endParaRPr lang="en-US" sz="1200"/>
          </a:p>
          <a:p>
            <a:r>
              <a:rPr lang="en-US" sz="1200"/>
              <a:t>+ NƠI Ở: e ở cùng với cô e định cư bên này lâu rồi hoặc ở cùng bạn </a:t>
            </a:r>
            <a:endParaRPr lang="en-US" sz="1200"/>
          </a:p>
          <a:p>
            <a:r>
              <a:rPr lang="en-US" sz="1200"/>
              <a:t>+ SÁNG ĐI HỌC: 8h30 vào học nhưng 7h em dậy để chuẩn bị đồ ăn sáng và đồ dùng học tập , cá nhân để đi học.từ chỗ ở tới trường tầm 15 phút đi xe buýt  hoặc đi xe đạp.học tới 12h30 tan học, HỌC BUỔI SÁNG TỪ THỨ 2 ĐẾN THỨ 6  THỨ 7 VÀ CHỦ NHẬT ĐƯỢC NGHỈ HỌC </a:t>
            </a:r>
            <a:endParaRPr lang="en-US" sz="1200"/>
          </a:p>
          <a:p>
            <a:r>
              <a:rPr lang="en-US" sz="1200"/>
              <a:t>+ TRƯA: 12H30 TAN HỌC VỀ NHÀ ĂN UỐNG NGHỈ NGƠI HOẶC TAN HỌC ĂN NGHỈ Ở TRƯỜNG TỚI 1H30 DẬY CHUẨN BỊ ĐỒ ĐI LÀM 2h em vô làm  </a:t>
            </a:r>
            <a:endParaRPr lang="en-US" sz="1200"/>
          </a:p>
          <a:p>
            <a:r>
              <a:rPr lang="en-US" sz="1200"/>
              <a:t>+ Đi làm thêm ; từ 2h đến 22h  CÔNG VIỆC LÀM THÊM  ( THU NGÂN Ở QUÁN ĂN NHẬT HOẶC THU NGÂN Ở SIÊU THỊ )</a:t>
            </a:r>
            <a:endParaRPr lang="en-US" sz="1200"/>
          </a:p>
          <a:p>
            <a:r>
              <a:rPr lang="en-US" sz="1200"/>
              <a:t>LƯƠNG :  1H = 795-850 YÊN TƯƠNG ĐƯƠNG 120K-130K giá yên lên xuống liên tục</a:t>
            </a:r>
            <a:endParaRPr lang="en-US" sz="1200"/>
          </a:p>
          <a:p>
            <a:r>
              <a:rPr lang="en-US" sz="1200"/>
              <a:t>+ TỐI: 22H BẮT ĐẦU TAN CA LÀM ĐI TÀU HOẶC ĐI XE ĐẠP  VỀ ĐẾN NHÀ MẤT 15P VỀ NHÀ TẮM RỬA VỆ SINH CÁ NHÂN MẤT 20-30P XONG RA LÀM THÊM ONLINE nhận đơn gửi đơn hàng cho trung tâm thương mại .   </a:t>
            </a:r>
            <a:endParaRPr lang="en-US" sz="1200"/>
          </a:p>
          <a:p>
            <a:r>
              <a:rPr lang="en-US" sz="1200"/>
              <a:t>+ CV LÀM THÊM ONLINE: NHẬN HÀNG TRÊN TRANG THƯƠNG MẠI ĐIỆN TỬ CỦA OZon ĐỂ PHÂN PHỐI ĐI CHO ĐỐI TÁC LÀ NHỮNG NGƯỜI ĐẶT HÀNG CỦA HỆ THỐNG  </a:t>
            </a:r>
            <a:endParaRPr lang="en-US" sz="1200"/>
          </a:p>
          <a:p>
            <a:r>
              <a:rPr lang="en-US" sz="1200"/>
              <a:t>LÀM ONLINE MẤT TẦM 30P XONG ÔN BÀI SOẠN BÀI ĐỂ CHUẨN BỊ NGÀY MAI ĐI HỌC</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16840"/>
            <a:ext cx="8255635" cy="609600"/>
          </a:xfrm>
        </p:spPr>
        <p:txBody>
          <a:bodyPr/>
          <a:p>
            <a:r>
              <a:rPr lang="en-CA" altLang="en-US" sz="3200"/>
              <a:t>TÌM HIỂU VỀ APP</a:t>
            </a:r>
            <a:endParaRPr lang="en-CA" altLang="en-US" sz="3200"/>
          </a:p>
        </p:txBody>
      </p:sp>
      <p:sp>
        <p:nvSpPr>
          <p:cNvPr id="3" name="Content Placeholder 2"/>
          <p:cNvSpPr>
            <a:spLocks noGrp="1"/>
          </p:cNvSpPr>
          <p:nvPr>
            <p:ph sz="half" idx="1"/>
          </p:nvPr>
        </p:nvSpPr>
        <p:spPr>
          <a:xfrm>
            <a:off x="255270" y="693420"/>
            <a:ext cx="8856345" cy="6220460"/>
          </a:xfrm>
        </p:spPr>
        <p:txBody>
          <a:bodyPr/>
          <a:p>
            <a:r>
              <a:rPr lang="en-CA" altLang="en-US" sz="1200"/>
              <a:t>VẤN ĐỀ CƠ BẢN : TRANG THƯƠNG MẠI NÀY Ở ĐÂU, ĐƯƠC THÀNH LẬP TỪ BAO GIỜ ? </a:t>
            </a:r>
            <a:endParaRPr lang="en-CA" altLang="en-US" sz="1200"/>
          </a:p>
          <a:p>
            <a:r>
              <a:rPr lang="en-CA" altLang="en-US" sz="1200"/>
              <a:t>- 1 SỐ ĐIỆN THOẠI 1 TÀI KHOẢN NGÂN HÀNG, ,LIÊN KẾT ĐƯỢC BAO NHIÊU TÀI KHOẢN TRONG APP</a:t>
            </a:r>
            <a:endParaRPr lang="en-CA" altLang="en-US" sz="1200"/>
          </a:p>
          <a:p>
            <a:r>
              <a:rPr lang="en-CA" altLang="en-US" sz="1200"/>
              <a:t>- TRONG APP CÓ MẤY CẤP BẬC THÀNH VIÊN , MỖI CẤP BẬC NHẬN BAO NHIÊU ĐƠN </a:t>
            </a:r>
            <a:endParaRPr lang="en-CA" altLang="en-US" sz="1200"/>
          </a:p>
          <a:p>
            <a:r>
              <a:rPr lang="en-CA" altLang="en-US" sz="1200"/>
              <a:t>- CÔNG VIỆC CỦA MÌNH Ở TRONG APP NÀY LÀ GÌ ? TRÊN APP MỖI NGÀY ĐƯỢC RÚT TIỀN BAO NHIÊU LẦN, TỐI THIỂU RÚT BAO NHIÊU $ </a:t>
            </a:r>
            <a:br>
              <a:rPr lang="en-CA" altLang="en-US" sz="1200"/>
            </a:br>
            <a:br>
              <a:rPr lang="en-CA" altLang="en-US" sz="1200"/>
            </a:br>
            <a:r>
              <a:rPr lang="en-CA" altLang="en-US" sz="1200"/>
              <a:t>TÌM HIỂU VỀ OZON VÀ APP CỦA MÌNH ĐANG LÀM ĐỌC VÀ KHAI THÁC THÊM VỀ OZON TRONG QUÁ TRÌNH LÀM VIỆC HÃY HỎI LIÊN TỤC ĐỂ TRAO DỒI THÊM KIẾN THỨC KHI BẠN BIẾT LÀM RỒI SẼ KHÔNG AI PHẢI NHẮC BẠN CẢ MỤC ĐÍCH SANG BÊN NÀY LÀ KIẾM TIỀN NÊN HÃY TRANH THỦ CƠ HỘI TRONG THỜI GIAN HỌC VIỆC HÃY CỐ GẮNG TIẾP THU CÀNG NHIỀU CÀNG TỐT </a:t>
            </a:r>
            <a:br>
              <a:rPr lang="en-CA" altLang="en-US" sz="1200"/>
            </a:br>
            <a:br>
              <a:rPr lang="en-CA" altLang="en-US" sz="1200"/>
            </a:br>
            <a:r>
              <a:rPr lang="en-CA" altLang="en-US" sz="1200"/>
              <a:t>Ozon – bắt đầu hoạt động vào năm 1998 với tư cách là một cửa hàng sách trực tuyến và thường được gọi là Amazon của Nga, có thể định giá nó ở mức 3-5 tỷ USD. Đây là một trong những nền tảng thương mại điện tử trực tuyến lớn nhất trải dài trên một số lĩnh vực và danh mục khác nhau. Ozon cung cấp hơn 2 triệu SKU trên 24 loại khác nhau (SKU có nghĩa là Đơn vị lưu giữ kho, được các nhà bán lẻ sử dụng để xác định và theo dõi hàng tồn kho hoặc còn hàng)</a:t>
            </a:r>
            <a:br>
              <a:rPr lang="en-CA" altLang="en-US" sz="1200"/>
            </a:br>
            <a:endParaRPr lang="en-CA" altLang="en-US" sz="1200"/>
          </a:p>
          <a:p>
            <a:r>
              <a:rPr lang="en-CA" altLang="en-US" sz="1200"/>
              <a:t>Ozon tự hào có hơn 2 triệu người dùng hoạt động hàng ngày.</a:t>
            </a:r>
            <a:endParaRPr lang="en-CA" altLang="en-US" sz="1200"/>
          </a:p>
          <a:p>
            <a:r>
              <a:rPr lang="en-CA" altLang="en-US" sz="1200"/>
              <a:t>Nhà bán lẻ có trụ sở tại Moscow này thường được gọi là "Amazon của Nga". Điều này chủ yếu là nhờ vào sự đa dạng của những gì Ozon bán (sách DVD, đồ điện tử ...) </a:t>
            </a:r>
            <a:endParaRPr lang="en-CA" altLang="en-US" sz="1200"/>
          </a:p>
          <a:p>
            <a:r>
              <a:rPr lang="en-CA" altLang="en-US" sz="1200"/>
              <a:t>Ozon vẫn đứng vững trong ngành khi hoàn thành sứ mệnh cách mạng hóa lĩnh vực bán lẻ ở Nga. Giao hàng Ozon đạt tiêu chuẩn cao và Ozon Người bán và người mua có thể tự do sử dụng các tính năng theo dõi Ozon. Với hơn 8.000 nhân viên và khoản đầu tư quy mô lớn được rót vào công ty trong vài năm qua, đây là thời điểm thú vị cho khách hàng bán lẻ ở Nga và hơn thế nữa.</a:t>
            </a:r>
            <a:endParaRPr lang="en-CA" altLang="en-US" sz="1200"/>
          </a:p>
          <a:p>
            <a:r>
              <a:rPr lang="en-CA" altLang="en-US" sz="1200"/>
              <a:t>Giám đốc điều hành Ozon Alexander Shulgin khẳng định tiềm năng phát triển thị trường thương mại điện tử tại Nga còn rất lớn và lĩnh vực này sẽ tạo ra một cuộc chuyển đổi lớn tại thị trường có tới 95 triệu người dân truy cập Internet. Hiện lĩnh vực này mới chỉ chiếm 6% tổng khối lượng bán lẻ tại Nga nên cơ hội phát triển còn rất nhiều.</a:t>
            </a:r>
            <a:endParaRPr lang="en-CA" altLang="en-US" sz="1200"/>
          </a:p>
          <a:p>
            <a:r>
              <a:rPr lang="en-CA" altLang="en-US" sz="1200"/>
              <a:t>Vòng tài trợ do các cổ đông lớn của Ozon dẫn đầu: quỹ do Công ty Cổ phần tư nhân Baring Vostok Capital Partners có trụ sở tại Nga, Tập đoàn Sistema PJSFC có trụ sở tại Nga và Công ty đầu tư mạo hiểm Princeville Capital có trụ sở tại San Francisco đã tham gia vòng này với tư cách là nhà đầu tư mới.</a:t>
            </a:r>
            <a:br>
              <a:rPr lang="en-CA" altLang="en-US" sz="1200"/>
            </a:br>
            <a:endParaRPr lang="en-CA" alt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a:t>Cách đi cào kết bạn đánh giá tiềm năng</a:t>
            </a:r>
            <a:endParaRPr lang="en-US" sz="2800"/>
          </a:p>
        </p:txBody>
      </p:sp>
      <p:sp>
        <p:nvSpPr>
          <p:cNvPr id="5" name="Text Box 4"/>
          <p:cNvSpPr txBox="1"/>
          <p:nvPr/>
        </p:nvSpPr>
        <p:spPr>
          <a:xfrm>
            <a:off x="396240" y="1341120"/>
            <a:ext cx="8256905" cy="4025900"/>
          </a:xfrm>
          <a:prstGeom prst="rect">
            <a:avLst/>
          </a:prstGeom>
          <a:noFill/>
        </p:spPr>
        <p:txBody>
          <a:bodyPr wrap="square" rtlCol="0">
            <a:noAutofit/>
          </a:bodyPr>
          <a:p>
            <a:r>
              <a:rPr lang="en-US" sz="1200"/>
              <a:t>ĐI CÀO KHÁCH </a:t>
            </a:r>
            <a:endParaRPr lang="en-US" sz="1200"/>
          </a:p>
          <a:p>
            <a:r>
              <a:rPr lang="en-US" sz="1200"/>
              <a:t>- Cào danh sách bạn bè </a:t>
            </a:r>
            <a:endParaRPr lang="en-US" sz="1200"/>
          </a:p>
          <a:p>
            <a:r>
              <a:rPr lang="en-US" sz="1200"/>
              <a:t>- thả tym thả like story của họ </a:t>
            </a:r>
            <a:endParaRPr lang="en-US" sz="1200"/>
          </a:p>
          <a:p>
            <a:r>
              <a:rPr lang="en-US" sz="1200"/>
              <a:t>-Bình luận bài viết của họ </a:t>
            </a:r>
            <a:endParaRPr lang="en-US" sz="1200"/>
          </a:p>
          <a:p>
            <a:r>
              <a:rPr lang="en-US" sz="1200"/>
              <a:t>- Đi like dạo bài viết của họ </a:t>
            </a:r>
            <a:endParaRPr lang="en-US" sz="1200"/>
          </a:p>
          <a:p>
            <a:endParaRPr lang="en-US" sz="1200"/>
          </a:p>
          <a:p>
            <a:r>
              <a:rPr lang="en-US" sz="1200"/>
              <a:t>- Đánh giá khách tiềm năng </a:t>
            </a:r>
            <a:endParaRPr lang="en-US" sz="1200"/>
          </a:p>
          <a:p>
            <a:r>
              <a:rPr lang="en-US" sz="1200"/>
              <a:t>- Kiểm tra thời gian bài viết </a:t>
            </a:r>
            <a:endParaRPr lang="en-US" sz="1200"/>
          </a:p>
          <a:p>
            <a:r>
              <a:rPr lang="en-US" sz="1200"/>
              <a:t>- Danh sách bạn bè và ảnh xem xem khách làm nghề gì có tiềm năng kinh tế hay không </a:t>
            </a:r>
            <a:endParaRPr lang="en-US" sz="1200"/>
          </a:p>
          <a:p>
            <a:endParaRPr lang="en-US" sz="1200"/>
          </a:p>
          <a:p>
            <a:r>
              <a:rPr lang="en-US" sz="1200"/>
              <a:t>- Hạn chế kết bạn với khách </a:t>
            </a:r>
            <a:endParaRPr lang="en-US" sz="1200"/>
          </a:p>
          <a:p>
            <a:r>
              <a:rPr lang="en-US" sz="1200"/>
              <a:t>- Đi lính " mấy khách làm chức cao có thể kết bạn " </a:t>
            </a:r>
            <a:endParaRPr lang="en-US" sz="1200"/>
          </a:p>
          <a:p>
            <a:r>
              <a:rPr lang="en-US" sz="1200"/>
              <a:t>- Có vợ </a:t>
            </a:r>
            <a:r>
              <a:rPr lang="en-CA" altLang="en-US" sz="1200"/>
              <a:t>lại còn yêu vợ thương con thì rất khó để tiếp cận</a:t>
            </a:r>
            <a:endParaRPr lang="en-US" sz="1200"/>
          </a:p>
          <a:p>
            <a:r>
              <a:rPr lang="en-US" sz="1200"/>
              <a:t>- Danh sáchc bạn bè của khách có kết bạn với nhiều gái </a:t>
            </a:r>
            <a:endParaRPr lang="en-US" sz="1200"/>
          </a:p>
          <a:p>
            <a:r>
              <a:rPr lang="en-US" sz="1200"/>
              <a:t>- Khách công nhân nghèo và không tiềm năng </a:t>
            </a:r>
            <a:endParaRPr lang="en-US" sz="1200"/>
          </a:p>
          <a:p>
            <a:r>
              <a:rPr lang="en-US" sz="1200"/>
              <a:t>- Sale</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005" y="117475"/>
            <a:ext cx="8219440" cy="723265"/>
          </a:xfrm>
        </p:spPr>
        <p:txBody>
          <a:bodyPr/>
          <a:p>
            <a:r>
              <a:rPr lang="en-US" sz="2800"/>
              <a:t>Mở đầu làm quen bắt chuyện với khách hàng</a:t>
            </a:r>
            <a:endParaRPr lang="en-US" sz="2800"/>
          </a:p>
        </p:txBody>
      </p:sp>
      <p:sp>
        <p:nvSpPr>
          <p:cNvPr id="3" name="Content Placeholder 2"/>
          <p:cNvSpPr>
            <a:spLocks noGrp="1"/>
          </p:cNvSpPr>
          <p:nvPr>
            <p:ph sz="half" idx="1"/>
          </p:nvPr>
        </p:nvSpPr>
        <p:spPr>
          <a:xfrm>
            <a:off x="467995" y="1053465"/>
            <a:ext cx="4292600" cy="5723890"/>
          </a:xfrm>
        </p:spPr>
        <p:txBody>
          <a:bodyPr/>
          <a:p>
            <a:r>
              <a:rPr lang="en-US" sz="1100" b="1"/>
              <a:t>BƯỚC 1</a:t>
            </a:r>
            <a:r>
              <a:rPr lang="en-US" sz="1100"/>
              <a:t> : Tìm hiểu những thông tin cơ bản của khách + TÊN, TUỔI, QUÊ QUÁN, NGHỀ NGHIỆP, HIÊN TẠI ĐANG LÀM VIỆC Ở ĐAU, THỜI GIAN LÀM VIỆC</a:t>
            </a:r>
            <a:br>
              <a:rPr lang="en-US" sz="1100"/>
            </a:br>
            <a:endParaRPr lang="en-US" sz="1100"/>
          </a:p>
          <a:p>
            <a:r>
              <a:rPr lang="en-US" sz="1100"/>
              <a:t>+Hỏi thăm về gia đình ( Hỏi thăm quan tâm sâu về gia đình để khai thác nắm bắt khách đó ) </a:t>
            </a:r>
            <a:endParaRPr lang="en-US" sz="1100"/>
          </a:p>
          <a:p>
            <a:r>
              <a:rPr lang="en-US" sz="1100"/>
              <a:t>Khi mình đã tìm hiểu được những thông tin cơ bản của khách thì mình cũng phải cho khách biết mình những thông tin của bản công việc và thời gian của mình</a:t>
            </a:r>
            <a:endParaRPr lang="en-US" sz="1100"/>
          </a:p>
          <a:p>
            <a:r>
              <a:rPr lang="en-US" sz="1100" b="1"/>
              <a:t>BƯỚC 2</a:t>
            </a:r>
            <a:r>
              <a:rPr lang="en-US" sz="1100"/>
              <a:t> : Tìm hiểu sâu về tính cách sở thích của khách và chia sẻ lại cho khách biết về tính cách và sở thích của mình ( ở bước này làm sao mà để cho khách cảm nhận được mình với khách giống nhau về tính cách cùng sở thích với nhau )</a:t>
            </a:r>
            <a:endParaRPr lang="en-US" sz="1100"/>
          </a:p>
          <a:p>
            <a:r>
              <a:rPr lang="en-US" sz="1100"/>
              <a:t>+ Tâm sự hỏi han và shia sẻ về quá khứ của mình với khách </a:t>
            </a:r>
            <a:endParaRPr lang="en-US" sz="1100"/>
          </a:p>
          <a:p>
            <a:r>
              <a:rPr lang="en-US" sz="1100"/>
              <a:t>+ Xây dựng 1 tương lai cho mình với khách là sẽ được gặp nhau vào 1 ngày sớm nhất và sẽ làm gì cùng nhau</a:t>
            </a:r>
            <a:endParaRPr lang="en-US" sz="1100"/>
          </a:p>
          <a:p>
            <a:r>
              <a:rPr lang="en-US" sz="1100" b="1"/>
              <a:t>+ BƯỚC 3</a:t>
            </a:r>
            <a:r>
              <a:rPr lang="en-CA" altLang="en-US" sz="1100" b="1"/>
              <a:t>.</a:t>
            </a:r>
            <a:r>
              <a:rPr lang="en-US" sz="1100"/>
              <a:t> Khi câu chuyện của 2 người đã thân mật thì bắt đầu chia sẻ kĩ thêm về công việc của mình đặc biệt là công việc ONLINE để chuẩn bị nhờ khách làm giúp </a:t>
            </a:r>
            <a:endParaRPr lang="en-US" sz="1100"/>
          </a:p>
          <a:p>
            <a:endParaRPr lang="en-US" sz="1100"/>
          </a:p>
          <a:p>
            <a:r>
              <a:rPr lang="en-US" sz="1100"/>
              <a:t>+ Khi muốn nhờ khách phải biết được thời gian đấy khách có rảnh không </a:t>
            </a:r>
            <a:endParaRPr lang="en-US" sz="1100"/>
          </a:p>
          <a:p>
            <a:r>
              <a:rPr lang="en-US" sz="1100"/>
              <a:t>- Khách đã biết và hiểu được thời gian và công việc của mình </a:t>
            </a:r>
            <a:endParaRPr lang="en-US" sz="1100"/>
          </a:p>
          <a:p>
            <a:r>
              <a:rPr lang="en-US" sz="1100"/>
              <a:t>- Tìm lý do thật hợp lý và thuyết phục</a:t>
            </a:r>
            <a:br>
              <a:rPr lang="en-US" sz="1100"/>
            </a:br>
            <a:br>
              <a:rPr lang="en-US" sz="1100"/>
            </a:br>
            <a:r>
              <a:rPr lang="en-CA" altLang="en-US" sz="1100" b="1"/>
              <a:t>QUÁ TRÌNH NHẮN VÀ LÀM QUEN LẤY LÒNG TIN CỦA KHÁCH SẼ THƯỜNG MẤT TỪ 5 - 10 NGÀY</a:t>
            </a:r>
            <a:endParaRPr lang="en-CA" altLang="en-US" sz="1100" b="1"/>
          </a:p>
        </p:txBody>
      </p:sp>
      <p:sp>
        <p:nvSpPr>
          <p:cNvPr id="4" name="Content Placeholder 2"/>
          <p:cNvSpPr>
            <a:spLocks noGrp="1"/>
          </p:cNvSpPr>
          <p:nvPr/>
        </p:nvSpPr>
        <p:spPr>
          <a:xfrm>
            <a:off x="4872990" y="935990"/>
            <a:ext cx="4003675" cy="5688965"/>
          </a:xfrm>
          <a:prstGeom prst="rect">
            <a:avLst/>
          </a:prstGeom>
          <a:noFill/>
          <a:ln w="9525">
            <a:noFill/>
          </a:ln>
        </p:spPr>
        <p:txBody>
          <a:bodyPr anchor="t" anchorCtr="0"/>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en-CA" altLang="en-US" sz="1200" b="1"/>
              <a:t>Mở đầu câu chuyện cần lưu ý và nắm được những điều kiện dưới đây</a:t>
            </a:r>
            <a:br>
              <a:rPr lang="en-US" sz="1200"/>
            </a:br>
            <a:br>
              <a:rPr lang="en-US" sz="1200"/>
            </a:br>
            <a:r>
              <a:rPr lang="en-US" sz="1200"/>
              <a:t>*Đặt ra câu hỏi để khách trả lời </a:t>
            </a:r>
            <a:endParaRPr lang="en-US" sz="1200"/>
          </a:p>
          <a:p>
            <a:r>
              <a:rPr lang="en-US" sz="1200"/>
              <a:t>*Lấy cớ đấy để bắt chuyện với khách </a:t>
            </a:r>
            <a:endParaRPr lang="en-US" sz="1200"/>
          </a:p>
          <a:p>
            <a:r>
              <a:rPr lang="en-US" sz="1200"/>
              <a:t>*Đừng để cụt câu chuyện </a:t>
            </a:r>
            <a:endParaRPr lang="en-US" sz="1200"/>
          </a:p>
          <a:p>
            <a:r>
              <a:rPr lang="en-US" sz="1200"/>
              <a:t>* Tìm cách tạo thiện cảm </a:t>
            </a:r>
            <a:endParaRPr lang="en-US" sz="1200"/>
          </a:p>
          <a:p>
            <a:r>
              <a:rPr lang="en-US" sz="1200"/>
              <a:t>*Cảm nhận khách sớm để xem khách là người như nào tính cách và có muốn nói chuyện hay không tìm câu chuyện của và chủ đề cho lần nói chuyện tiếp theo </a:t>
            </a:r>
            <a:endParaRPr lang="en-US" sz="1200"/>
          </a:p>
          <a:p>
            <a:endParaRPr lang="en-US" sz="1200"/>
          </a:p>
          <a:p>
            <a:r>
              <a:rPr lang="en-US" sz="1200"/>
              <a:t>+ Tạo thiện </a:t>
            </a:r>
            <a:endParaRPr lang="en-US" sz="1200"/>
          </a:p>
          <a:p>
            <a:r>
              <a:rPr lang="en-US" sz="1200"/>
              <a:t>+ Đề có chủ đề nói chuyện tiếp theo </a:t>
            </a:r>
            <a:endParaRPr lang="en-US" sz="1200"/>
          </a:p>
          <a:p>
            <a:endParaRPr lang="en-US" sz="1200"/>
          </a:p>
          <a:p>
            <a:r>
              <a:rPr lang="en-US" sz="1200"/>
              <a:t>Lần sau nói chuyện</a:t>
            </a:r>
            <a:endParaRPr lang="en-US" sz="1200"/>
          </a:p>
          <a:p>
            <a:r>
              <a:rPr lang="en-US" sz="1200"/>
              <a:t>* Luôn cho khách thấy tò mò và thú vị </a:t>
            </a:r>
            <a:endParaRPr lang="en-US" sz="1200"/>
          </a:p>
          <a:p>
            <a:r>
              <a:rPr lang="en-US" sz="1200"/>
              <a:t>* tìm chủ đề để nói chuyện </a:t>
            </a:r>
            <a:endParaRPr lang="en-US" sz="1200"/>
          </a:p>
          <a:p>
            <a:r>
              <a:rPr lang="en-US" sz="1200"/>
              <a:t>* trải lòng với nhau để thêm hiểu nhau và gần nhau và phải có điểm chung</a:t>
            </a:r>
            <a:endParaRPr lang="en-US" sz="1200"/>
          </a:p>
          <a:p>
            <a:endParaRPr lang="en-US" sz="1200"/>
          </a:p>
          <a:p>
            <a:r>
              <a:rPr lang="en-US" sz="1200"/>
              <a:t>Bắt đầu nói về app </a:t>
            </a:r>
            <a:endParaRPr lang="en-US" sz="1200"/>
          </a:p>
          <a:p>
            <a:r>
              <a:rPr lang="en-US" sz="1200"/>
              <a:t>Dẫn nó vào làm app lấy lòng tin</a:t>
            </a:r>
            <a:br>
              <a:rPr lang="en-US" sz="1200"/>
            </a:br>
            <a:br>
              <a:rPr lang="en-US" sz="1200"/>
            </a:br>
            <a:r>
              <a:rPr lang="en-CA" altLang="en-US" sz="1200" b="1"/>
              <a:t>Trong cuộc trò chuyện điều quan trọng nhất đó là KHAI THÁC TIỀM NĂNG KINH TẾ KHÁCH HÀNG và LẤY LÒNG TIN THIỆN CẢM của khách lúc đó mới dễ dắt khách được</a:t>
            </a:r>
            <a:endParaRPr lang="en-CA" altLang="en-US" sz="12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71132"/>
            <a:ext cx="8229600" cy="1143000"/>
          </a:xfrm>
        </p:spPr>
        <p:txBody>
          <a:bodyPr/>
          <a:p>
            <a:r>
              <a:rPr lang="en-US" sz="2800"/>
              <a:t>Quy trình phân vùng khách</a:t>
            </a:r>
            <a:endParaRPr lang="en-US" sz="2800"/>
          </a:p>
        </p:txBody>
      </p:sp>
      <p:sp>
        <p:nvSpPr>
          <p:cNvPr id="4" name="Content Placeholder 3"/>
          <p:cNvSpPr>
            <a:spLocks noGrp="1"/>
          </p:cNvSpPr>
          <p:nvPr>
            <p:ph sz="half" idx="2"/>
          </p:nvPr>
        </p:nvSpPr>
        <p:spPr>
          <a:xfrm>
            <a:off x="396240" y="836930"/>
            <a:ext cx="8589645" cy="5677535"/>
          </a:xfrm>
        </p:spPr>
        <p:txBody>
          <a:bodyPr/>
          <a:p>
            <a:r>
              <a:rPr lang="en-US" sz="1000" b="1"/>
              <a:t>TRÒ CHUYỆN VỚI KHÁCH KHAI THÁC CÁC THÔNG TIN CẦN PHÂN BIỆT VÀ PHÂN VÙNG KHÁCH HÀNG THEO 4 MỤC SAU  </a:t>
            </a:r>
            <a:endParaRPr lang="en-US" sz="1000" b="1"/>
          </a:p>
          <a:p>
            <a:endParaRPr lang="en-US" sz="1000"/>
          </a:p>
          <a:p>
            <a:r>
              <a:rPr lang="en-US" sz="1000" b="1"/>
              <a:t>1 </a:t>
            </a:r>
            <a:r>
              <a:rPr lang="en-US" sz="1000" b="1"/>
              <a:t>KHÁCH DỰ PHÒNG </a:t>
            </a:r>
            <a:endParaRPr lang="en-US" sz="1000"/>
          </a:p>
          <a:p>
            <a:r>
              <a:rPr lang="en-US" sz="1000"/>
              <a:t>- Đã tìm hiểu những thông tin cơ bản của khách</a:t>
            </a:r>
            <a:endParaRPr lang="en-US" sz="1000"/>
          </a:p>
          <a:p>
            <a:r>
              <a:rPr lang="en-US" sz="1000"/>
              <a:t>- khách có khả năng về kinh tế </a:t>
            </a:r>
            <a:endParaRPr lang="en-US" sz="1000"/>
          </a:p>
          <a:p>
            <a:r>
              <a:rPr lang="en-US" sz="1000"/>
              <a:t>- chưa biết app " đã check app và chưa biết gì về app " </a:t>
            </a:r>
            <a:endParaRPr lang="en-US" sz="1000"/>
          </a:p>
          <a:p>
            <a:endParaRPr lang="en-US" sz="1000" b="1"/>
          </a:p>
          <a:p>
            <a:r>
              <a:rPr lang="en-US" sz="1000" b="1"/>
              <a:t>2 </a:t>
            </a:r>
            <a:r>
              <a:rPr lang="en-US" sz="1000" b="1"/>
              <a:t>KHÁCH ƯU TIÊN </a:t>
            </a:r>
            <a:endParaRPr lang="en-US" sz="1000" b="1"/>
          </a:p>
          <a:p>
            <a:r>
              <a:rPr lang="en-US" sz="1000"/>
              <a:t>- Cần thỏa mãn những yêu cầu ở khách dự phòng </a:t>
            </a:r>
            <a:endParaRPr lang="en-US" sz="1000"/>
          </a:p>
          <a:p>
            <a:r>
              <a:rPr lang="en-US" sz="1000"/>
              <a:t>- Khai thác sâu đánh giá tiềm năng kinh tế</a:t>
            </a:r>
            <a:endParaRPr lang="en-US" sz="1000"/>
          </a:p>
          <a:p>
            <a:r>
              <a:rPr lang="en-US" sz="1000"/>
              <a:t>- Tập trung nói chuyện xây dựng lấy lòng tin tình cảm</a:t>
            </a:r>
            <a:br>
              <a:rPr lang="en-US" sz="1000"/>
            </a:br>
            <a:r>
              <a:rPr lang="en-CA" altLang="en-US" sz="1000"/>
              <a:t>- Sẵn sàng nhờ quay app</a:t>
            </a:r>
            <a:endParaRPr lang="en-US" sz="1000"/>
          </a:p>
          <a:p>
            <a:endParaRPr lang="en-US" sz="1000"/>
          </a:p>
          <a:p>
            <a:r>
              <a:rPr lang="en-US" sz="1000" b="1"/>
              <a:t>3 </a:t>
            </a:r>
            <a:r>
              <a:rPr lang="en-US" sz="1000" b="1"/>
              <a:t>KHÁCH TIỀM NĂNG</a:t>
            </a:r>
            <a:endParaRPr lang="en-US" sz="1000"/>
          </a:p>
          <a:p>
            <a:r>
              <a:rPr lang="en-US" sz="1000"/>
              <a:t>khách đã biết hết về cách thức hoạt động của app mối quan hệ đã đủ thân thiết để chuẩn bị hướng vào tiền</a:t>
            </a:r>
            <a:br>
              <a:rPr lang="en-US" sz="1000"/>
            </a:br>
            <a:r>
              <a:rPr lang="en-US" sz="1000"/>
              <a:t> </a:t>
            </a:r>
            <a:endParaRPr lang="en-US" sz="1000"/>
          </a:p>
          <a:p>
            <a:r>
              <a:rPr lang="en-US" sz="1000" b="1"/>
              <a:t>MỤC 4 LÀ KHÁCH VÀO TIỀN</a:t>
            </a:r>
            <a:endParaRPr lang="en-US" sz="1000" b="1"/>
          </a:p>
          <a:p>
            <a:endParaRPr lang="en-US" sz="1000" b="1"/>
          </a:p>
          <a:p>
            <a:r>
              <a:rPr lang="en-US" sz="1000">
                <a:sym typeface="+mn-ea"/>
              </a:rPr>
              <a:t>MỤC ĐÍNH CỦA PHÂN LOẠI VÀ ĐÁNH GIÁ LÀ ĐỂ MÌNH KIỂM SOÁT ĐƯỢC DANH SÁCH KHÁCH CỦA MÌNH ĐỂ BIẾT ĐƯỢC HÔM ĐẤY MÌNH ĐÃ LÀM ĐƯỢC GÌ XÂY DỰNG CÂU CHUYỆN TỚI ĐÂU VỚI NHỮNG KHÁCH ĐẤY ĐỂ XÁC ĐỊNH NGÀY MAI PHẢI LÀM GÌ VỚI NHỮNG KHÁCH ĐẤY </a:t>
            </a:r>
            <a:endParaRPr lang="en-US" sz="1000"/>
          </a:p>
          <a:p>
            <a:r>
              <a:rPr lang="en-US" sz="1000">
                <a:sym typeface="+mn-ea"/>
              </a:rPr>
              <a:t>- NÊN CUỐI GIỜ TẤT CẢ BỎ RA 1 ÍT THỜI GIAN ĐỂ ĐÁNH GIÁ THẬT KỸ TỪNG KHÁCH VÀ PHÂN LOẠI RA ĐÚNG TỪNG NHÓM VÀ BÁO CÁO KHÁCH HẰNG NGÀY TRƯỚC 21H</a:t>
            </a:r>
            <a:r>
              <a:rPr lang="en-CA" altLang="en-US" sz="1000">
                <a:sym typeface="+mn-ea"/>
              </a:rPr>
              <a:t>0</a:t>
            </a:r>
            <a:r>
              <a:rPr lang="en-US" sz="1000">
                <a:sym typeface="+mn-ea"/>
              </a:rPr>
              <a:t>0</a:t>
            </a:r>
            <a:endParaRPr lang="en-US" sz="1000">
              <a:sym typeface="+mn-ea"/>
            </a:endParaRPr>
          </a:p>
          <a:p>
            <a:endParaRPr lang="en-US" sz="1000">
              <a:sym typeface="+mn-ea"/>
            </a:endParaRPr>
          </a:p>
          <a:p>
            <a:r>
              <a:rPr lang="en-US" sz="1000"/>
              <a:t>Tình trạng khách hàng : Đang đánh tình cảm như thế nào, yêu hay chưa, có quan tâm app hay là không mặn mà cho lắm, có tương tác tốt hay không có yêu nhân vật hay không. ( Ghi rõ ràng hơn ở phần tình trạng khách hàng ở báo biểu hằng ngày )</a:t>
            </a:r>
            <a:endParaRPr lang="en-US" sz="1000"/>
          </a:p>
          <a:p>
            <a:endParaRPr lang="en-US" sz="1000"/>
          </a:p>
          <a:p>
            <a:r>
              <a:rPr lang="en-US" sz="1000"/>
              <a:t>Lý do bỏ khách : Tương tác kém, không có tiền, hoặc biết app. ( Tất cả khách hàng đã bỏ đều phải chỉnh sửa lại cột báo biểu tình trạng khách hàng.)</a:t>
            </a:r>
            <a:endParaRPr lang="en-US" sz="1000"/>
          </a:p>
          <a:p>
            <a:endParaRPr lang="en-US" sz="1000"/>
          </a:p>
          <a:p>
            <a:r>
              <a:rPr lang="en-US" sz="1000"/>
              <a:t>Lưu ý :  Tuyệt đối không xóa tin nhắn giữa khách hàng và mình, không được chửi khách ( Khách hàng không nói chuyện không tương tác hoặc đã gãy - Tắt thông báo đoạn chat và cho vào mục lưu trữ tin nhắn )</a:t>
            </a:r>
            <a:endParaRPr lang="en-US" sz="1000"/>
          </a:p>
          <a:p>
            <a:r>
              <a:rPr lang="en-US" sz="1000">
                <a:sym typeface="+mn-ea"/>
              </a:rPr>
              <a:t> </a:t>
            </a:r>
            <a:endParaRPr lang="en-US" sz="1000"/>
          </a:p>
          <a:p>
            <a:endParaRPr lang="en-US" sz="10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6240" y="-171767"/>
            <a:ext cx="8229600" cy="1143000"/>
          </a:xfrm>
        </p:spPr>
        <p:txBody>
          <a:bodyPr/>
          <a:p>
            <a:r>
              <a:rPr lang="en-US" sz="2800" b="1"/>
              <a:t> Quy trình nhắn tin khách theo vùng</a:t>
            </a:r>
            <a:endParaRPr lang="en-US" sz="2800" b="1"/>
          </a:p>
        </p:txBody>
      </p:sp>
      <p:sp>
        <p:nvSpPr>
          <p:cNvPr id="4" name="Content Placeholder 3"/>
          <p:cNvSpPr>
            <a:spLocks noGrp="1"/>
          </p:cNvSpPr>
          <p:nvPr>
            <p:ph sz="half" idx="2"/>
          </p:nvPr>
        </p:nvSpPr>
        <p:spPr>
          <a:xfrm>
            <a:off x="120015" y="764540"/>
            <a:ext cx="8905875" cy="5768975"/>
          </a:xfrm>
        </p:spPr>
        <p:txBody>
          <a:bodyPr/>
          <a:p>
            <a:r>
              <a:rPr lang="en-US" sz="1100" b="1"/>
              <a:t>QUY TRÌNH DẮT 1 KHÁCH TỪ 5 - 8 NGÀY TÙY THUỘC VÀO KHÁCH HÀNG CÓ THỂ LÂU HƠN NẾU CHƯA KHAI THÁC ĐƯỢC HOẶC CÓ THỂ NHANH HƠN NẾU KHÁCH KHÔNG TIỀM NĂNG</a:t>
            </a:r>
            <a:r>
              <a:rPr lang="en-US" sz="1100"/>
              <a:t> </a:t>
            </a:r>
            <a:endParaRPr lang="en-US" sz="1100"/>
          </a:p>
          <a:p>
            <a:endParaRPr lang="en-US" sz="1100"/>
          </a:p>
          <a:p>
            <a:r>
              <a:rPr lang="en-US" sz="1100" b="1"/>
              <a:t>NGÀY 1 -2 </a:t>
            </a:r>
            <a:r>
              <a:rPr lang="en-US" sz="1100"/>
              <a:t>NHẮN TIN KHAI THÁC THÔNG TIN HỎI THĂM TRÒ CHUYỆN CÁC THỨ VÀ CHECK APP "</a:t>
            </a:r>
            <a:r>
              <a:rPr lang="en-US" sz="1100" b="1"/>
              <a:t> DỰ PHÒNG</a:t>
            </a:r>
            <a:r>
              <a:rPr lang="en-US" sz="1100"/>
              <a:t> "  </a:t>
            </a:r>
            <a:endParaRPr lang="en-US" sz="1100"/>
          </a:p>
          <a:p>
            <a:endParaRPr lang="en-US" sz="1100"/>
          </a:p>
          <a:p>
            <a:r>
              <a:rPr lang="en-US" sz="1100" b="1"/>
              <a:t>NGÀY 3 - 4 HOẶC 5</a:t>
            </a:r>
            <a:r>
              <a:rPr lang="en-US" sz="1100"/>
              <a:t> LÀ </a:t>
            </a:r>
            <a:r>
              <a:rPr lang="en-US" sz="1100" b="1"/>
              <a:t>ƯU TIÊN</a:t>
            </a:r>
            <a:r>
              <a:rPr lang="en-US" sz="1100"/>
              <a:t> NÓI CHUYỆN NHIỀU ĐÁNH SAU VÀO CÂU CHUYỆN TÌM HIỂU LẪN NHAU TẠO NIỀM VUI TRONG CÂU CHUYỆN XÂY DỰNG LÒNG TIN TIN TƯỞNG VÀ KHAI THÁC KỸ THÊM VỀ KHẢ NĂNG KINH TẾ  " TRONG THỜI GIAN ƯU TIÊN CỐ GẮNG NHẮC VỀ </a:t>
            </a:r>
            <a:r>
              <a:rPr lang="en-CA" altLang="en-US" sz="1100"/>
              <a:t>OZON </a:t>
            </a:r>
            <a:r>
              <a:rPr lang="en-US" sz="1100"/>
              <a:t>3 - 4 LẦN VÀ NÓI SƠ QUA VỀ CÔNG VIỆC ONLINE MÌNH ĐANG LÀM </a:t>
            </a:r>
            <a:br>
              <a:rPr lang="en-US" sz="1100"/>
            </a:br>
            <a:br>
              <a:rPr lang="en-US" sz="1100"/>
            </a:br>
            <a:r>
              <a:rPr lang="en-CA" altLang="en-US" sz="1100" b="1"/>
              <a:t>Khi đã đưa khách lên ƯU TIÊN hãy tập trung nói chuyện nhiều hơn và buổi tối tìm hiểu sở thích điểm chung quan điểm sống hứa hẹn để lấy lòng tin tình cảm điều này phụ thuộc vào thằng khách của bạn mỗi khách sẽ có 1 điểm khác nhau cố gắng nắm bắt thật tốt để xây dựng lấy lòng tin tình cảm của khác</a:t>
            </a:r>
            <a:endParaRPr lang="en-US" sz="1100"/>
          </a:p>
          <a:p>
            <a:endParaRPr lang="en-US" sz="1100"/>
          </a:p>
          <a:p>
            <a:r>
              <a:rPr lang="en-US" sz="1100"/>
              <a:t>KHI MÀ ĐÃ LẤY ĐƯỢC LÒNG TIN CỦA ĐỐI PHƯƠNG HIỂU VÀ CHUẨN BỊ ĐƯA LÊN TIỀM NĂNG NHỜ QUAY APP  </a:t>
            </a:r>
            <a:endParaRPr lang="en-US" sz="1100"/>
          </a:p>
          <a:p>
            <a:endParaRPr lang="en-US" sz="1100"/>
          </a:p>
          <a:p>
            <a:r>
              <a:rPr lang="en-US" sz="1100"/>
              <a:t>SANG NGÀY THỨ 6 ĐỊNH NHỜ QUAY </a:t>
            </a:r>
            <a:endParaRPr lang="en-US" sz="1100"/>
          </a:p>
          <a:p>
            <a:r>
              <a:rPr lang="en-US" sz="1100"/>
              <a:t>VÌ NGÀY 3/4/5 NHẮN TIN NHIỀU VỚI NÓ LẤY ĐƯỢC TIN TƯỞNG CỦA NÓ THÌ HÃY ĐỂ Ý HÔM THỨ 6 MÌNH BẬN ÍT NHẮN THÌ NÓ CÓ QUAN TÂM MÌNH KHÔNG ĐỂ BIẾT ĐƯỢC LÒNG TIN VỊ TRÍ CỦA MÌNH VỚI NÓ LÀ NHƯ NÀO </a:t>
            </a:r>
            <a:endParaRPr lang="en-US" sz="1100"/>
          </a:p>
          <a:p>
            <a:r>
              <a:rPr lang="en-US" sz="1100"/>
              <a:t>ĐẾN HÔM NHỜ QUAY MÌNH CỐ GẮNG TỎ RA BẬN RỘN VÀ NHẮN ÍT LẠI VỚI HỌ VÌ HÔM NAY SẼ NHỜ ( MÌNH CÓ THỂ LÂU LÂU NHẮN 2 -3 TIN HOẶC DÀNH 20P BUỔI TRƯA NHẮN NHIỀU VỚI NÓ KÊU LÀ NAY MÌNH BẬN VÀ VẤT VẢ QUÁ </a:t>
            </a:r>
            <a:endParaRPr lang="en-US" sz="1100"/>
          </a:p>
          <a:p>
            <a:r>
              <a:rPr lang="en-US" sz="1100"/>
              <a:t>ĐẾN CHIỀU THÌ NHẮN VÀI TIN CHUYỂN NGAY VÀO CHỦ ĐỀ NHỜ QUAY ( ĐOẠN NHỜ QUAY KHÔNG BIẾT MỞ LỜI NHƯ NÀO THÌ CÓ THỂ GỌI HỖ TRỢ ) </a:t>
            </a:r>
            <a:endParaRPr lang="en-US" sz="1100"/>
          </a:p>
          <a:p>
            <a:endParaRPr lang="en-US" sz="1100"/>
          </a:p>
          <a:p>
            <a:r>
              <a:rPr lang="en-US" sz="1100"/>
              <a:t>QUAY 2 NGÀY SAU HƯỚNG VÀO TIỀN HÔM ĐỊNH HƯỚNG VÀO TIỀN THÌ NC NHIỀU HƠN VỚI NÓ CÓ THỂ LÀ LÚC QUAY XONG LẦN 2 GẠ NÓ VÀO LUÔN</a:t>
            </a:r>
            <a:br>
              <a:rPr lang="en-US" sz="1100"/>
            </a:br>
            <a:endParaRPr lang="en-US" sz="1100"/>
          </a:p>
          <a:p>
            <a:r>
              <a:rPr lang="en-US" sz="1100"/>
              <a:t>CÁCH GẠ THÌ MÌNH CÓ THỂ MỞ LỜI TRƯỚC BẰNG CÁC CÙNG LÀM VÀ KIẾM VỐN CÓ CÔNG VIỆC CHUNG 2 ĐỨA CÙNG LÀM VÀ VẼ CHO HỌ THẤY THAM GIA CŨNG CÓ LỢI CHỨ KHÔNG CÓ HẠI</a:t>
            </a:r>
            <a:endParaRPr lang="en-US" sz="1100"/>
          </a:p>
          <a:p>
            <a:endParaRPr lang="en-US" sz="1100"/>
          </a:p>
          <a:p>
            <a:r>
              <a:rPr lang="en-US" sz="1100"/>
              <a:t>NẾU RỦ KHÔNG THAM GIA ĐƯỢC THÌ MÌNH NÓI ĐẾN THAM GIA CÓ SỰ KIỆN NHẬN ĐƯỢC THƯỞNG VÀ CẶP NHẪN TÌNH NHÂN 2 ĐỨA CÙNG ĐEO CHUNG</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17"/>
            <a:ext cx="8229600" cy="1143000"/>
          </a:xfrm>
        </p:spPr>
        <p:txBody>
          <a:bodyPr/>
          <a:p>
            <a:r>
              <a:rPr lang="en-US" sz="2800"/>
              <a:t>Cách checkapp</a:t>
            </a:r>
            <a:endParaRPr lang="en-US" sz="2800"/>
          </a:p>
        </p:txBody>
      </p:sp>
      <p:graphicFrame>
        <p:nvGraphicFramePr>
          <p:cNvPr id="5" name="Content Placeholder 4"/>
          <p:cNvGraphicFramePr>
            <a:graphicFrameLocks noChangeAspect="1"/>
          </p:cNvGraphicFramePr>
          <p:nvPr>
            <p:ph sz="half" idx="1"/>
          </p:nvPr>
        </p:nvGraphicFramePr>
        <p:xfrm>
          <a:off x="4733925" y="3640455"/>
          <a:ext cx="1253490" cy="1253490"/>
        </p:xfrm>
        <a:graphic>
          <a:graphicData uri="http://schemas.openxmlformats.org/presentationml/2006/ole">
            <mc:AlternateContent xmlns:mc="http://schemas.openxmlformats.org/markup-compatibility/2006">
              <mc:Choice xmlns:v="urn:schemas-microsoft-com:vml" Requires="v">
                <p:oleObj spid="_x0000_s6" name="" r:id="rId1" imgW="8255" imgH="8255" progId="Photoshop.Image.13">
                  <p:embed/>
                </p:oleObj>
              </mc:Choice>
              <mc:Fallback>
                <p:oleObj name="" r:id="rId1" imgW="8255" imgH="8255" progId="Photoshop.Image.13">
                  <p:embed/>
                  <p:pic>
                    <p:nvPicPr>
                      <p:cNvPr id="0" name="Picture 5"/>
                      <p:cNvPicPr/>
                      <p:nvPr/>
                    </p:nvPicPr>
                    <p:blipFill>
                      <a:blip r:embed="rId2"/>
                      <a:stretch>
                        <a:fillRect/>
                      </a:stretch>
                    </p:blipFill>
                    <p:spPr>
                      <a:xfrm>
                        <a:off x="4733925" y="3640455"/>
                        <a:ext cx="1253490" cy="1253490"/>
                      </a:xfrm>
                      <a:prstGeom prst="rect">
                        <a:avLst/>
                      </a:prstGeom>
                    </p:spPr>
                  </p:pic>
                </p:oleObj>
              </mc:Fallback>
            </mc:AlternateContent>
          </a:graphicData>
        </a:graphic>
      </p:graphicFrame>
      <p:graphicFrame>
        <p:nvGraphicFramePr>
          <p:cNvPr id="7" name="Object 6"/>
          <p:cNvGraphicFramePr/>
          <p:nvPr/>
        </p:nvGraphicFramePr>
        <p:xfrm>
          <a:off x="4561205" y="3425825"/>
          <a:ext cx="21590" cy="6350"/>
        </p:xfrm>
        <a:graphic>
          <a:graphicData uri="http://schemas.openxmlformats.org/presentationml/2006/ole">
            <mc:AlternateContent xmlns:mc="http://schemas.openxmlformats.org/markup-compatibility/2006">
              <mc:Choice xmlns:v="urn:schemas-microsoft-com:vml" Requires="v">
                <p:oleObj spid="_x0000_s8" name="" r:id="rId3" imgW="8255" imgH="8255" progId="Photoshop.Image.13">
                  <p:embed/>
                </p:oleObj>
              </mc:Choice>
              <mc:Fallback>
                <p:oleObj name="" r:id="rId3" imgW="8255" imgH="8255" progId="Photoshop.Image.13">
                  <p:embed/>
                  <p:pic>
                    <p:nvPicPr>
                      <p:cNvPr id="0" name="Picture 7"/>
                      <p:cNvPicPr/>
                      <p:nvPr/>
                    </p:nvPicPr>
                    <p:blipFill>
                      <a:blip r:embed="rId2"/>
                      <a:stretch>
                        <a:fillRect/>
                      </a:stretch>
                    </p:blipFill>
                    <p:spPr>
                      <a:xfrm>
                        <a:off x="4561205" y="3425825"/>
                        <a:ext cx="21590" cy="6350"/>
                      </a:xfrm>
                      <a:prstGeom prst="rect">
                        <a:avLst/>
                      </a:prstGeom>
                    </p:spPr>
                  </p:pic>
                </p:oleObj>
              </mc:Fallback>
            </mc:AlternateContent>
          </a:graphicData>
        </a:graphic>
      </p:graphicFrame>
      <p:graphicFrame>
        <p:nvGraphicFramePr>
          <p:cNvPr id="9" name="Object 8"/>
          <p:cNvGraphicFramePr/>
          <p:nvPr/>
        </p:nvGraphicFramePr>
        <p:xfrm>
          <a:off x="4561205" y="3425825"/>
          <a:ext cx="21590" cy="6350"/>
        </p:xfrm>
        <a:graphic>
          <a:graphicData uri="http://schemas.openxmlformats.org/presentationml/2006/ole">
            <mc:AlternateContent xmlns:mc="http://schemas.openxmlformats.org/markup-compatibility/2006">
              <mc:Choice xmlns:v="urn:schemas-microsoft-com:vml" Requires="v">
                <p:oleObj spid="_x0000_s10" name="" r:id="rId4" imgW="8255" imgH="8255" progId="Photoshop.Image.13">
                  <p:embed/>
                </p:oleObj>
              </mc:Choice>
              <mc:Fallback>
                <p:oleObj name="" r:id="rId4" imgW="8255" imgH="8255" progId="Photoshop.Image.13">
                  <p:embed/>
                  <p:pic>
                    <p:nvPicPr>
                      <p:cNvPr id="0" name="Picture 9"/>
                      <p:cNvPicPr/>
                      <p:nvPr/>
                    </p:nvPicPr>
                    <p:blipFill>
                      <a:blip r:embed="rId2"/>
                      <a:stretch>
                        <a:fillRect/>
                      </a:stretch>
                    </p:blipFill>
                    <p:spPr>
                      <a:xfrm>
                        <a:off x="4561205" y="3425825"/>
                        <a:ext cx="21590" cy="6350"/>
                      </a:xfrm>
                      <a:prstGeom prst="rect">
                        <a:avLst/>
                      </a:prstGeom>
                    </p:spPr>
                  </p:pic>
                </p:oleObj>
              </mc:Fallback>
            </mc:AlternateContent>
          </a:graphicData>
        </a:graphic>
      </p:graphicFrame>
      <p:graphicFrame>
        <p:nvGraphicFramePr>
          <p:cNvPr id="11" name="Object 10"/>
          <p:cNvGraphicFramePr/>
          <p:nvPr/>
        </p:nvGraphicFramePr>
        <p:xfrm>
          <a:off x="4561205" y="3425825"/>
          <a:ext cx="21590" cy="6350"/>
        </p:xfrm>
        <a:graphic>
          <a:graphicData uri="http://schemas.openxmlformats.org/presentationml/2006/ole">
            <mc:AlternateContent xmlns:mc="http://schemas.openxmlformats.org/markup-compatibility/2006">
              <mc:Choice xmlns:v="urn:schemas-microsoft-com:vml" Requires="v">
                <p:oleObj spid="_x0000_s12" name="" r:id="rId5" imgW="8255" imgH="8255" progId="Photoshop.Image.13">
                  <p:embed/>
                </p:oleObj>
              </mc:Choice>
              <mc:Fallback>
                <p:oleObj name="" r:id="rId5" imgW="8255" imgH="8255" progId="Photoshop.Image.13">
                  <p:embed/>
                  <p:pic>
                    <p:nvPicPr>
                      <p:cNvPr id="0" name="Picture 11"/>
                      <p:cNvPicPr/>
                      <p:nvPr/>
                    </p:nvPicPr>
                    <p:blipFill>
                      <a:blip r:embed="rId2"/>
                      <a:stretch>
                        <a:fillRect/>
                      </a:stretch>
                    </p:blipFill>
                    <p:spPr>
                      <a:xfrm>
                        <a:off x="4561205" y="3425825"/>
                        <a:ext cx="21590" cy="6350"/>
                      </a:xfrm>
                      <a:prstGeom prst="rect">
                        <a:avLst/>
                      </a:prstGeom>
                    </p:spPr>
                  </p:pic>
                </p:oleObj>
              </mc:Fallback>
            </mc:AlternateContent>
          </a:graphicData>
        </a:graphic>
      </p:graphicFrame>
      <p:pic>
        <p:nvPicPr>
          <p:cNvPr id="13" name="Picture 12"/>
          <p:cNvPicPr>
            <a:picLocks noChangeAspect="1"/>
          </p:cNvPicPr>
          <p:nvPr/>
        </p:nvPicPr>
        <p:blipFill>
          <a:blip r:embed="rId6"/>
          <a:stretch>
            <a:fillRect/>
          </a:stretch>
        </p:blipFill>
        <p:spPr>
          <a:xfrm>
            <a:off x="5796280" y="1197610"/>
            <a:ext cx="2593975" cy="5617845"/>
          </a:xfrm>
          <a:prstGeom prst="rect">
            <a:avLst/>
          </a:prstGeom>
        </p:spPr>
      </p:pic>
      <p:sp>
        <p:nvSpPr>
          <p:cNvPr id="14" name="Text Box 13"/>
          <p:cNvSpPr txBox="1"/>
          <p:nvPr/>
        </p:nvSpPr>
        <p:spPr>
          <a:xfrm>
            <a:off x="36195" y="1052830"/>
            <a:ext cx="5605145" cy="5588000"/>
          </a:xfrm>
          <a:prstGeom prst="rect">
            <a:avLst/>
          </a:prstGeom>
          <a:noFill/>
        </p:spPr>
        <p:txBody>
          <a:bodyPr wrap="square" rtlCol="0">
            <a:noAutofit/>
          </a:bodyPr>
          <a:p>
            <a:r>
              <a:rPr lang="en-CA" altLang="en-US" sz="1400"/>
              <a:t>CHECK APP </a:t>
            </a:r>
            <a:endParaRPr lang="en-CA" altLang="en-US" sz="1400"/>
          </a:p>
          <a:p>
            <a:endParaRPr lang="en-CA" altLang="en-US" sz="1400"/>
          </a:p>
          <a:p>
            <a:r>
              <a:rPr lang="en-CA" altLang="en-US" sz="1400"/>
              <a:t>Tối nc về mình và nhét việc làm online của mình vào câu chuyện buổi tối, sử dụng cả hình ảnh lúc mình đang quay app để cho khách xem TỪ ĐÓ ĐÁNH GIÁ KHÁCH NÀY CÓ PHẢI KHÁCH DỰ PHÒNG KHÔNG ( Khách dự phòng là khách có khả năng về tài chính, chưa biết tới app mình đang làm) Hết ngày 1.</a:t>
            </a:r>
            <a:endParaRPr lang="en-CA" altLang="en-US" sz="1400"/>
          </a:p>
          <a:p>
            <a:endParaRPr lang="en-CA" altLang="en-US" sz="1400"/>
          </a:p>
          <a:p>
            <a:r>
              <a:rPr lang="en-CA" altLang="en-US" sz="1400"/>
              <a:t>VD : Khách . Em đi làm về chưa có mệt không </a:t>
            </a:r>
            <a:endParaRPr lang="en-CA" altLang="en-US" sz="1400"/>
          </a:p>
          <a:p>
            <a:r>
              <a:rPr lang="en-CA" altLang="en-US" sz="1400"/>
              <a:t>         Nv : Em vừa làm về ạ </a:t>
            </a:r>
            <a:endParaRPr lang="en-CA" altLang="en-US" sz="1400"/>
          </a:p>
          <a:p>
            <a:r>
              <a:rPr lang="en-CA" altLang="en-US" sz="1400"/>
              <a:t>                  Em đang phân phối hàng trên hệ thống Ozon xong rồi còn đi tắm , xong ăn uống còn học bài mai lên lớp nữa (Kèm hình ảnh check app )</a:t>
            </a:r>
            <a:endParaRPr lang="en-CA" altLang="en-US" sz="1400"/>
          </a:p>
          <a:p>
            <a:r>
              <a:rPr lang="en-CA" altLang="en-US" sz="1400"/>
              <a:t>      Lưu ý : Tạo cho con du học xinh mình bận rộn để ngày hôm sau nhờ khách làm giúp dễ hơn  </a:t>
            </a:r>
            <a:r>
              <a:rPr lang="en-CA" altLang="en-US" sz="1400" b="1"/>
              <a:t> </a:t>
            </a:r>
            <a:br>
              <a:rPr lang="en-CA" altLang="en-US" sz="1400" b="1"/>
            </a:br>
            <a:br>
              <a:rPr lang="en-CA" altLang="en-US" sz="1400" b="1"/>
            </a:br>
            <a:r>
              <a:rPr lang="en-CA" altLang="en-US" sz="1400" b="1"/>
              <a:t>Lưu ý mục đích checkapp là để khách có biết mình đang làm công việc thêm online sau 1 ngày làm việc và để khách có biết về app hay chưa</a:t>
            </a:r>
            <a:br>
              <a:rPr lang="en-CA" altLang="en-US" sz="1400" b="1"/>
            </a:br>
            <a:br>
              <a:rPr lang="en-CA" altLang="en-US" sz="1400" b="1"/>
            </a:br>
            <a:r>
              <a:rPr lang="en-CA" altLang="en-US" sz="1400" b="1"/>
              <a:t>Khi đã tìm hiểu thông tin về khách và đánh giá được tiềm năng kinh tế của khách đầy đủ thì mới checkapp </a:t>
            </a:r>
            <a:br>
              <a:rPr lang="en-CA" altLang="en-US" sz="1400" b="1"/>
            </a:br>
            <a:br>
              <a:rPr lang="en-CA" altLang="en-US" sz="1400" b="1"/>
            </a:br>
            <a:r>
              <a:rPr lang="en-CA" altLang="en-US" sz="1400" b="1"/>
              <a:t>Khách đã checkapp thành công mới đạt đủ điều kiện là khách dự phòng </a:t>
            </a:r>
            <a:endParaRPr lang="en-CA" altLang="en-US" sz="14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16840"/>
            <a:ext cx="8228330" cy="810895"/>
          </a:xfrm>
        </p:spPr>
        <p:txBody>
          <a:bodyPr/>
          <a:p>
            <a:r>
              <a:rPr lang="en-US" sz="2800"/>
              <a:t>Dò hỏi quay app đối với khách ƯU TIÊN</a:t>
            </a:r>
            <a:endParaRPr lang="en-US" sz="2800"/>
          </a:p>
        </p:txBody>
      </p:sp>
      <p:sp>
        <p:nvSpPr>
          <p:cNvPr id="3" name="Content Placeholder 2"/>
          <p:cNvSpPr>
            <a:spLocks noGrp="1"/>
          </p:cNvSpPr>
          <p:nvPr>
            <p:ph sz="half" idx="1"/>
          </p:nvPr>
        </p:nvSpPr>
        <p:spPr>
          <a:xfrm>
            <a:off x="612140" y="927735"/>
            <a:ext cx="8125460" cy="5477510"/>
          </a:xfrm>
        </p:spPr>
        <p:txBody>
          <a:bodyPr/>
          <a:p>
            <a:r>
              <a:rPr lang="en-US" sz="1200" b="1"/>
              <a:t>* TRƯỚC KHI  NHỜ KHÁCH QUAY APP  CÓ THỂ DÒ HỎI THÁI ĐỘ KHÁCH XEM ĐỦ ĐIỀU KIỆN ĐỂ ĐƯA LÊN ƯU TIÊN *</a:t>
            </a:r>
            <a:endParaRPr lang="en-US" sz="1200" b="1"/>
          </a:p>
          <a:p>
            <a:endParaRPr lang="en-US" sz="1200"/>
          </a:p>
          <a:p>
            <a:r>
              <a:rPr lang="en-US" sz="1200"/>
              <a:t>PHẦN NÀY RẤT QUAN TRỌNG CẦN PHẢI NHÁ APP TRƯỚC ĐỂ XEM KHÁCH CÓ MUỐN GIÚP HAY KHÔNG RỒI MỚI ĐƯA LÊN ƯU TIÊN ĐỂ CHĂM VÀI NGÀY SAU NHỜ HỌ QUAY GIÚP ĐỂ TRÁNH TÌNH TRẠNG CHĂM LÂU NGÀY LÚC NHỜ THÌ HỌ LẠI KHÔNG LÀM  </a:t>
            </a:r>
            <a:endParaRPr lang="en-US" sz="1200"/>
          </a:p>
          <a:p>
            <a:r>
              <a:rPr lang="en-US" sz="1200"/>
              <a:t>Ví dụ : </a:t>
            </a:r>
            <a:endParaRPr lang="en-US" sz="1200"/>
          </a:p>
          <a:p>
            <a:r>
              <a:rPr lang="en-US" sz="1200"/>
              <a:t>Nhân vật : Anh đang làm gì đó ạ em mới làm về tới nhà nè</a:t>
            </a:r>
            <a:endParaRPr lang="en-US" sz="1200"/>
          </a:p>
          <a:p>
            <a:r>
              <a:rPr lang="en-US" sz="1200"/>
              <a:t>Khách : Anh đang ngồi chờ tin nhắn em thôi chứ làm gì đâu. Em làm về mệt không? </a:t>
            </a:r>
            <a:endParaRPr lang="en-US" sz="1200"/>
          </a:p>
          <a:p>
            <a:r>
              <a:rPr lang="en-US" sz="1200"/>
              <a:t>Nhân vật : Dạ cũng mệt anh ạ nay việc hơi nhiều. Giờ em còn phải vào phân phối đơn trên hệ  thống nữa nè, chưa cả tắm nữa híc :( </a:t>
            </a:r>
            <a:endParaRPr lang="en-US" sz="1200"/>
          </a:p>
          <a:p>
            <a:r>
              <a:rPr lang="en-US" sz="1200"/>
              <a:t>Nhấn mạnh thêm 1 câu : Nhiều hôm làm mệt hay bận quá cũng tính nhờ anh phân phối giúp mấy đơn hàng mà sợ anh thấy phiền nên em k dám nhờ </a:t>
            </a:r>
            <a:endParaRPr lang="en-US" sz="1200"/>
          </a:p>
          <a:p>
            <a:r>
              <a:rPr lang="en-US" sz="1200"/>
              <a:t>Khách : Nhờ gì em? Anh có biết gì đâu sao mà giúp em được </a:t>
            </a:r>
            <a:endParaRPr lang="en-US" sz="1200"/>
          </a:p>
          <a:p>
            <a:r>
              <a:rPr lang="en-US" sz="1200"/>
              <a:t>Nhân vật : Dễ mà em có tài khoản có tiền sẵn rồi, em nhờ anh đăng nhập vào thao tác giúp em xíu thôi. Anh không mất mát gì đâu với có em chỉ nữa. Tại ở chỗ làm em không được đăng nhập vào web lạ gì cả</a:t>
            </a:r>
            <a:endParaRPr lang="en-US" sz="1200"/>
          </a:p>
          <a:p>
            <a:r>
              <a:rPr lang="en-US" sz="1200"/>
              <a:t>Trường hợp 1 : Nếu khách sẵn lòng giúp mình thì sẽ nói : Ừ để hôm nào anh rảnh anh sẽ giúp em =&gt; Khách này sẵn sàng nhờ quay được có thể đưa lên danh sách khách ưu tiên </a:t>
            </a:r>
            <a:endParaRPr lang="en-US" sz="1200"/>
          </a:p>
          <a:p>
            <a:r>
              <a:rPr lang="en-US" sz="1200"/>
              <a:t>Chú ý : Nếu khách đồng ý giúp mình ngay lúc đó thì đừng cho hãy từ chối. Nói là giờ em đang làm dở cũng sắp xong rồi hôm nào em mệt quá em nhờ anh nhé! Cảm ơn anh trước ạ ( Vì nếu lúc đó cũng muộn mà mình chỉ khách quay nữa thì không hợp lý, thời gian chỉ khách mình tự làm còn nhanh hơn ) </a:t>
            </a:r>
            <a:endParaRPr lang="en-US" sz="1200"/>
          </a:p>
          <a:p>
            <a:r>
              <a:rPr lang="en-US" sz="1200"/>
              <a:t>Trường hợp 2 : Nếu khách liên tục từ chối giúp lấy đủ lý do để từ chối, khi đã hết cách để giải thích thì nên buông . Những loại khách này không đáng để chăm, níu giữ cũng chỉ mất thời gian</a:t>
            </a:r>
            <a:endParaRPr lang="en-US" sz="1200"/>
          </a:p>
          <a:p>
            <a:r>
              <a:rPr lang="en-US" sz="1200"/>
              <a:t>QUA CÁCH DÒ HỎI THÁI ĐỘ CỦA KHÁCH NHƯ THẾ NÀY. MÌNH CÓ  THỂ XÁC ĐỊNH ĐƯỢC LÀ NÊN TIẾP TỤC CHĂM HAY BỎ, VÀ KHI KHÁCH ĐÃ ĐỒNG Ý GIÚP CÓ THỂ TỰ TIN ĐƯA LÊN DANH SÁCH KHÁCH ƯU TIÊN. KHI ĐÃ ĐƯA LÊN THÌ PHẢI CHẮC CHẮN CHỨ KHÔNG THỂ ĐƯA LÊN VÀI HÔM RỒI BÁO CÁO KHÁCH KHÔNG QUAY APP ĐƯỢC</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7995" y="116840"/>
            <a:ext cx="8138160" cy="748665"/>
          </a:xfrm>
        </p:spPr>
        <p:txBody>
          <a:bodyPr/>
          <a:p>
            <a:r>
              <a:rPr lang="en-US" sz="3600"/>
              <a:t>Lọc Khách</a:t>
            </a:r>
            <a:endParaRPr lang="en-US" sz="3600"/>
          </a:p>
        </p:txBody>
      </p:sp>
      <p:sp>
        <p:nvSpPr>
          <p:cNvPr id="3" name="Content Placeholder 2"/>
          <p:cNvSpPr>
            <a:spLocks noGrp="1"/>
          </p:cNvSpPr>
          <p:nvPr>
            <p:ph sz="half" idx="1"/>
          </p:nvPr>
        </p:nvSpPr>
        <p:spPr>
          <a:xfrm>
            <a:off x="457200" y="1160780"/>
            <a:ext cx="8081645" cy="5390515"/>
          </a:xfrm>
        </p:spPr>
        <p:txBody>
          <a:bodyPr/>
          <a:p>
            <a:r>
              <a:rPr lang="en-US" sz="1200"/>
              <a:t>Lọc khách kiểu này mọi người tham khảo:</a:t>
            </a:r>
            <a:endParaRPr lang="en-US" sz="1200"/>
          </a:p>
          <a:p>
            <a:r>
              <a:rPr lang="en-US" sz="1200"/>
              <a:t>- Hỏi nghề nghiệp : Lao động phổ thông, công nhân , ít tuổi, danh sách bạn bè nhiều gái xinh, bài viết trong trang cá nhân ít hoặc toàn bài spam ko có bạn bè bình luận bài viết thì anh hỏi thẳng anh dùng fabook ảo nc với em à. nếu nó trả lời fabook thật thì anh giới thiệu về bản thân và công việc online của anh luôn để hôm sau nhờ quay luôn đỡ mất thời gian. Đối với loại khach này thì anh không rủ chơi cùng nếu nó thích nó tự hỏi còn ko chỉ nhờ quay . anh phân loại là loại khách tương tác ko có tiền.</a:t>
            </a:r>
            <a:br>
              <a:rPr lang="en-US" sz="1200"/>
            </a:br>
            <a:endParaRPr lang="en-US" sz="1200"/>
          </a:p>
          <a:p>
            <a:r>
              <a:rPr lang="en-US" sz="1200"/>
              <a:t>- Lớn tuổi có công việc ổn định anh sẽ nc trong ngày tối anh nc kiểu để nó chờ tin nhắn lâu hơn chút rồi lấy lý do bận làm online xong chụp cái ảnh mình đang làm đơn của mình cho nó xem . khi xem xong để ý biểu hiện nó em làm tiếp đi hay là cái này anh từng làm rồi thì bỏ , còn im nó im lặng thì nuôi sang ngày 2 và nhờ nó quay . Lúc nhờ nó quay thì để ý cách nó làm cho mình người chưa làm lần nào thì sẽ im lặng làm theo mình chỉ còn cái bọn biết rồi giở vờ chưa biết thì nó sẽ hỏi vào làm theo kiểu ngược lại với lời mình chỉ. mình đăng nhập vào theo dõi nó làm . Nhưng người chưa làm bao giờ thì họ hay hỏi những câu hỏi là công việc này là làm cái gì, tiền nhận như nào, tiền đô hay tiền việt, một ngày làm đc bao nhiêu lần, ngày nào cũng làm đc à.</a:t>
            </a:r>
            <a:endParaRPr lang="en-US" sz="1200"/>
          </a:p>
          <a:p>
            <a:r>
              <a:rPr lang="en-US" sz="1200"/>
              <a:t>Hạn chế đánh những người có công việc online hoặc sale vì họ hay check scam. </a:t>
            </a:r>
            <a:br>
              <a:rPr lang="en-US" sz="1200"/>
            </a:br>
            <a:endParaRPr lang="en-US" sz="1200"/>
          </a:p>
          <a:p>
            <a:r>
              <a:rPr lang="en-US" sz="1200"/>
              <a:t>- Cố gắng đánh giá đúng con người,  công việc của khách ví dụ nó bảo nó làm Nhà nước thì hỏi xem nó làm ở cơ quan nào đơn vị nào rủ rỉ hỏi chi tiết đc tới phòng ban thì càng tốt xong ngồi check lại lời nó nói có đúng không. Hoặc ví dụ khác nó nói nó bán hàng thì hỏi xem nó bán hàng gì và ngẫm xem nó nói có đúng</a:t>
            </a:r>
            <a:br>
              <a:rPr lang="en-US" sz="1200"/>
            </a:br>
            <a:br>
              <a:rPr lang="en-US" sz="1200"/>
            </a:br>
            <a:r>
              <a:rPr lang="en-CA" altLang="en-US" sz="1200" b="1"/>
              <a:t>Việc lọc khách rất quan trọng nếu bạn làm và không lọc khách kỹ sẽ dẫn đến nhắn tin quá nhiều khách mà không đạt hiểu quả lúc hướng khách vào tiền thì khách lại không có tiền lúc đó bạn sẽ tốn thời gian 5-8 ngày với khách mà không giúp ích được gì cho bạn cho nên hãy lọc khách kỹ chọn nước khách TIỀM NĂNG giàu có mà nhắn tin việc của chúng ta đang làm là kiếm khách giàu để lấy tiền của họ cho nên hãy cố gắng tìm kiếm và làm quen với những khách có tiền và khách lọc thật kỹ</a:t>
            </a:r>
            <a:endParaRPr lang="en-CA" altLang="en-US" sz="12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7995" y="-314642"/>
            <a:ext cx="8229600" cy="1143000"/>
          </a:xfrm>
        </p:spPr>
        <p:txBody>
          <a:bodyPr/>
          <a:p>
            <a:r>
              <a:rPr lang="en-US" sz="2800"/>
              <a:t>Quy trình nhắn khách từ 5 - 10 ngày </a:t>
            </a:r>
            <a:endParaRPr lang="en-US" sz="2800"/>
          </a:p>
        </p:txBody>
      </p:sp>
      <p:sp>
        <p:nvSpPr>
          <p:cNvPr id="3" name="Content Placeholder 2"/>
          <p:cNvSpPr>
            <a:spLocks noGrp="1"/>
          </p:cNvSpPr>
          <p:nvPr>
            <p:ph sz="half" idx="1"/>
          </p:nvPr>
        </p:nvSpPr>
        <p:spPr>
          <a:xfrm>
            <a:off x="179705" y="765175"/>
            <a:ext cx="2999740" cy="5655945"/>
          </a:xfrm>
        </p:spPr>
        <p:txBody>
          <a:bodyPr/>
          <a:p>
            <a:r>
              <a:rPr lang="en-US" sz="1000"/>
              <a:t>Mọi người tham khảo cách làm việc:</a:t>
            </a:r>
            <a:endParaRPr lang="en-US" sz="1000"/>
          </a:p>
          <a:p>
            <a:r>
              <a:rPr lang="en-US" sz="1000"/>
              <a:t>+ Ngày 1: Chào hỏi làm quen tìm hiểu về thông tin cá nhân của khách cụ thể ( Xem trang cá nhân đánh giá đây có phải là fabooke thật không bằng cách đọc conmet trong bài viết của khách , xem info thông tin giới thiệu, xem bạn bè của khách ), Trong ngày cố gắng đánh giá công việc của khách để biết tình trạng của khách, Tối nc về mình và nhét việc làm online của mình vào câu chuyện buổi tối, sử dụng cả hình ảnh lúc mình đang quay app để cho khách xem TỪ ĐÓ ĐÁNH GIÁ KHÁCH NÀY CÓ PHẢI KHÁCH DỰ PHÒNG KHÔNG ( Khách dự phòng là khách có khả năng về tài chính, chưa biết tới app mình đang làm) Hết ngày 1.</a:t>
            </a:r>
            <a:endParaRPr lang="en-US" sz="1000"/>
          </a:p>
          <a:p>
            <a:r>
              <a:rPr lang="en-US" sz="1000"/>
              <a:t>+ Ngày 2,3, Xây dựng tình mối quan hệ cho phù hợp ưu tiên mối quan hệ yêu đương nam nữ, Cố gắng chứng minh bản thân là 1 du học sinh có lời ăn cách nói lịch sự đàng hoàng, tìm hiểu thời gian khách rảnh cho thật kỹ tiến hành nhờ làm hộ công việc online ĐÁNH GIÁ XONG KHÁCH ƯU TIÊN</a:t>
            </a:r>
            <a:endParaRPr lang="en-US" sz="1000"/>
          </a:p>
          <a:p>
            <a:r>
              <a:rPr lang="en-US" sz="1000"/>
              <a:t>+ Ngày tiếp theo: Trong quá trình chăm khách ưu tiên để ý xem tài chính họ tại thời điểm đó có tốt ko, và cách khách nhìn nhận về app mình như thế nào sau mỗi lần quay hộ, cố gắng cho họ nhìn thấy lợi nhuận từ app và an toàn về tài chính, Trong câu chuyện dựa xem thái độ của họ để nói khách làm cùng mình bằng lý do có sự kiện này kia muốn anh tham gia làm cùng em .</a:t>
            </a:r>
            <a:endParaRPr lang="en-US" sz="1000"/>
          </a:p>
        </p:txBody>
      </p:sp>
      <p:sp>
        <p:nvSpPr>
          <p:cNvPr id="5" name="Content Placeholder 2"/>
          <p:cNvSpPr>
            <a:spLocks noGrp="1"/>
          </p:cNvSpPr>
          <p:nvPr/>
        </p:nvSpPr>
        <p:spPr>
          <a:xfrm>
            <a:off x="3275965" y="584200"/>
            <a:ext cx="5292725" cy="5950585"/>
          </a:xfrm>
          <a:prstGeom prst="rect">
            <a:avLst/>
          </a:prstGeom>
          <a:noFill/>
          <a:ln w="9525">
            <a:noFill/>
          </a:ln>
        </p:spPr>
        <p:txBody>
          <a:bodyPr anchor="t" anchorCtr="0"/>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en-US" sz="900"/>
              <a:t>QUY TRÌNH LÀM VIỆC</a:t>
            </a:r>
            <a:endParaRPr lang="en-US" sz="900"/>
          </a:p>
          <a:p>
            <a:r>
              <a:rPr lang="en-US" sz="900"/>
              <a:t>+ Ngày 1: </a:t>
            </a:r>
            <a:endParaRPr lang="en-US" sz="900"/>
          </a:p>
          <a:p>
            <a:r>
              <a:rPr lang="en-US" sz="900"/>
              <a:t>****  KHAI THÁC THÔNG TIN KHÁCH </a:t>
            </a:r>
            <a:endParaRPr lang="en-US" sz="900"/>
          </a:p>
          <a:p>
            <a:endParaRPr lang="en-US" sz="900"/>
          </a:p>
          <a:p>
            <a:r>
              <a:rPr lang="en-US" sz="900"/>
              <a:t>Chào hỏi làm quen tìm hiểu về thông tin cá nhân của khách cụ thể ( Xem trang cá nhân đánh giá đây có phải là fabooke thật không bằng cách đọc conmet trong bài viết của khách , xem info thông tin giới thiệu, xem bạn bè của khách ), Trong ngày cố gắng khai thác đánh giá công việc, tài chính của khách để biết tình trạng của khách, </a:t>
            </a:r>
            <a:endParaRPr lang="en-US" sz="900"/>
          </a:p>
          <a:p>
            <a:endParaRPr lang="en-US" sz="900"/>
          </a:p>
          <a:p>
            <a:r>
              <a:rPr lang="en-US" sz="900"/>
              <a:t>**** CHECK APP </a:t>
            </a:r>
            <a:endParaRPr lang="en-US" sz="900"/>
          </a:p>
          <a:p>
            <a:endParaRPr lang="en-US" sz="900"/>
          </a:p>
          <a:p>
            <a:r>
              <a:rPr lang="en-US" sz="900"/>
              <a:t>Tối nc về mình và nhét việc làm online của mình vào câu chuyện buổi tối, sử dụng cả hình ảnh lúc mình đang quay app để cho khách xem TỪ ĐÓ ĐÁNH GIÁ KHÁCH NÀY CÓ PHẢI KHÁCH DỰ PHÒNG KHÔNG ( Khách dự phòng là khách có khả năng về tài chính, chưa biết tới app mình đang làm) Hết ngày 1.</a:t>
            </a:r>
            <a:endParaRPr lang="en-US" sz="900"/>
          </a:p>
          <a:p>
            <a:endParaRPr lang="en-US" sz="900"/>
          </a:p>
          <a:p>
            <a:r>
              <a:rPr lang="en-US" sz="900"/>
              <a:t>VD : Khách . Em đi làm về chưa có mệt không </a:t>
            </a:r>
            <a:endParaRPr lang="en-US" sz="900"/>
          </a:p>
          <a:p>
            <a:r>
              <a:rPr lang="en-US" sz="900"/>
              <a:t>         Nv : Em vừa làm về ạ </a:t>
            </a:r>
            <a:endParaRPr lang="en-US" sz="900"/>
          </a:p>
          <a:p>
            <a:r>
              <a:rPr lang="en-US" sz="900"/>
              <a:t>                  Em đang phân phối hàng trên hệ thống Ozon xong rồi còn đi tắm , xong ăn uống còn học bài mai lên lớp nữa (Kèm hình ảnh check app )</a:t>
            </a:r>
            <a:endParaRPr lang="en-US" sz="900"/>
          </a:p>
          <a:p>
            <a:r>
              <a:rPr lang="en-US" sz="900"/>
              <a:t>      Lưu ý : Tạo cho con du học xinh mình bận rộn để ngày hôm sau nhờ khách làm giúp dễ hơn </a:t>
            </a:r>
            <a:endParaRPr lang="en-US" sz="900"/>
          </a:p>
          <a:p>
            <a:pPr marL="0" indent="0">
              <a:buNone/>
            </a:pPr>
            <a:endParaRPr lang="en-US" sz="900"/>
          </a:p>
          <a:p>
            <a:r>
              <a:rPr lang="en-US" sz="900"/>
              <a:t>+ Ngày 2,3, Xây dựng tình mối quan hệ cho phù hợp ưu tiên mối quan hệ yêu đương nam nữ, Cố gắng chứng minh bản thân là 1 du học sinh có lời ăn cách nói lịch sự đàng hoàng, tìm hiểu thời gian khách rảnh cho thật kỹ tiến hành nhờ làm hộ công việc online ĐÁNH GIÁ XONG KHÁCH TIỀM NĂNG</a:t>
            </a:r>
            <a:endParaRPr lang="en-US" sz="900"/>
          </a:p>
          <a:p>
            <a:endParaRPr lang="en-US" sz="900"/>
          </a:p>
          <a:p>
            <a:r>
              <a:rPr lang="en-US" sz="900"/>
              <a:t>+ </a:t>
            </a:r>
            <a:r>
              <a:rPr lang="en-CA" altLang="en-US" sz="900"/>
              <a:t>Trong quá trình làm quen tìm hiểu từ 1-5 ngày nếu lấy được lòng tin của khách thì bạn có thể tìm thời cơ để nhờ quay và hướng vào tiền</a:t>
            </a:r>
            <a:endParaRPr lang="en-US" sz="900"/>
          </a:p>
          <a:p>
            <a:r>
              <a:rPr lang="en-US" sz="900"/>
              <a:t>  HƯỚNG KHÁCH VÀO TIỀN </a:t>
            </a:r>
            <a:endParaRPr lang="en-US" sz="900"/>
          </a:p>
          <a:p>
            <a:r>
              <a:rPr lang="en-US" sz="900"/>
              <a:t>Trong quá trình chăm khách ưu tiên để ý xem tài chính họ tại thời điểm đó có tốt ko, và cách khách nhìn nhận về app mình như thế nào sau mỗi lần quay hộ, cố gắng cho họ nhìn thấy lợi nhuận từ app và an toàn về tài chính, Trong câu chuyện dựa xem thái độ của họ để nói khách làm cùng mình bằng lý do có sự kiện này kia muốn anh tham gia làm cùng em .....</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310880" cy="687070"/>
          </a:xfrm>
        </p:spPr>
        <p:txBody>
          <a:bodyPr/>
          <a:p>
            <a:r>
              <a:rPr lang="en-US" sz="2800"/>
              <a:t>Nhờ khách quay app</a:t>
            </a:r>
            <a:endParaRPr lang="en-US" sz="2800"/>
          </a:p>
        </p:txBody>
      </p:sp>
      <p:sp>
        <p:nvSpPr>
          <p:cNvPr id="3" name="Content Placeholder 2"/>
          <p:cNvSpPr>
            <a:spLocks noGrp="1"/>
          </p:cNvSpPr>
          <p:nvPr>
            <p:ph sz="half" idx="1"/>
          </p:nvPr>
        </p:nvSpPr>
        <p:spPr>
          <a:xfrm>
            <a:off x="467995" y="1196975"/>
            <a:ext cx="8414385" cy="4948555"/>
          </a:xfrm>
        </p:spPr>
        <p:txBody>
          <a:bodyPr/>
          <a:p>
            <a:r>
              <a:rPr lang="en-US" sz="1200"/>
              <a:t>ĐẾN HÔM NHỜ QUAY MÌNH CỐ GẮNG TỎ RA BẬN RỘN VÀ NHẮN ÍT LẠI VỚI HỌ VÌ HÔM NAY SẼ NHỜ ( MÌNH CÓ THỂ LÂU LÂU NHẮN 2 -3 TIN HOẶC DÀNH 20P BUỔI TRƯA NHẮN NHIỀU VỚI NÓ KÊU LÀ NAY MÌNH BẬN VÀ VẤT VẢ QUÁ </a:t>
            </a:r>
            <a:endParaRPr lang="en-US" sz="1200"/>
          </a:p>
          <a:p>
            <a:r>
              <a:rPr lang="en-US" sz="1200"/>
              <a:t>ĐẾN CHIỀU THÌ NHẮN VÀI TIN CHUYỂN NGAY VÀO CHỦ ĐỀ NHỜ QUAY ( ĐOẠN NHỜ QUAY KHÔNG BIẾT MỞ LỜI NHƯ NÀO THÌ CÓ THỂ GỌI HỖ TRỢ ) </a:t>
            </a:r>
            <a:endParaRPr lang="en-US" sz="1200"/>
          </a:p>
          <a:p>
            <a:endParaRPr lang="en-US" sz="1200"/>
          </a:p>
          <a:p>
            <a:r>
              <a:rPr lang="en-US" sz="1200"/>
              <a:t>QUAY 2 NGÀY SAU HƯỚNG VÀO TIỀN HÔM ĐỊNH HƯỚNG VÀO TIỀN THÌ NC NHIỀU HƠN VỚI NÓ CÓ THỂ LÀ LÚC QUAY XONG LẦN 2 GẠ NÓ VÀO LUÔN</a:t>
            </a:r>
            <a:endParaRPr lang="en-US" sz="1200"/>
          </a:p>
          <a:p>
            <a:endParaRPr lang="en-US" sz="1200"/>
          </a:p>
          <a:p>
            <a:r>
              <a:rPr lang="en-US" sz="1200"/>
              <a:t>CÁCH GẠ THÌ MÌNH CÓ THỂ MỞ LỜI TRƯỚC BẰNG CÁC CÙNG LÀM VÀ KIẾM VỐN CÓ CÔNG VIỆC CHUNG 2 ĐỨA CÙNG LÀM VÀ VẼ CHO HỌ THẤY THAM GIA CŨNG CÓ LỢI CHỨ KHÔNG CÓ HẠI</a:t>
            </a:r>
            <a:endParaRPr lang="en-US" sz="1200"/>
          </a:p>
          <a:p>
            <a:endParaRPr lang="en-US" sz="1200"/>
          </a:p>
          <a:p>
            <a:r>
              <a:rPr lang="en-US" sz="1200"/>
              <a:t>NẾU RỦ KHÔNG THAM GIA ĐƯỢC THÌ MÌNH NÓI ĐẾN THAM GIA CÓ SỰ KIỆN NHẬN ĐƯỢC THƯỞNG VÀ CẶP NHẪN TÌNH NHÂN 2 ĐỨA CÙNG ĐEO CHUNG</a:t>
            </a:r>
            <a:br>
              <a:rPr lang="en-US" sz="1200"/>
            </a:br>
            <a:br>
              <a:rPr lang="en-US" sz="1200"/>
            </a:br>
            <a:br>
              <a:rPr lang="en-US" sz="1200"/>
            </a:br>
            <a:r>
              <a:rPr lang="en-CA" altLang="en-US" sz="1200" b="1"/>
              <a:t>NHỜ KHÁCH QUAY APP CẦN PHẢI GỌI QUẢN LÝ SANG HỖ TRỢ</a:t>
            </a:r>
            <a:r>
              <a:rPr lang="en-CA" altLang="en-US" sz="1200"/>
              <a:t> </a:t>
            </a:r>
            <a:br>
              <a:rPr lang="en-CA" altLang="en-US" sz="1200"/>
            </a:br>
            <a:br>
              <a:rPr lang="en-CA" altLang="en-US" sz="1200"/>
            </a:br>
            <a:r>
              <a:rPr lang="en-CA" altLang="en-US" sz="1200"/>
              <a:t>Việc nhờ khách quay app là khi đã </a:t>
            </a:r>
            <a:br>
              <a:rPr lang="en-CA" altLang="en-US" sz="1200"/>
            </a:br>
            <a:r>
              <a:rPr lang="en-CA" altLang="en-US" sz="1200" b="1"/>
              <a:t>tìm hiểu đầy đủ thông tin </a:t>
            </a:r>
            <a:br>
              <a:rPr lang="en-CA" altLang="en-US" sz="1200" b="1"/>
            </a:br>
            <a:r>
              <a:rPr lang="en-CA" altLang="en-US" sz="1200" b="1"/>
              <a:t>đánh giá được tiềm năng kinh tế của khách </a:t>
            </a:r>
            <a:br>
              <a:rPr lang="en-CA" altLang="en-US" sz="1200" b="1"/>
            </a:br>
            <a:r>
              <a:rPr lang="en-CA" altLang="en-US" sz="1200" b="1"/>
              <a:t>lấy được lòng tin thiện cảm của khách </a:t>
            </a:r>
            <a:br>
              <a:rPr lang="en-CA" altLang="en-US" sz="1200" b="1"/>
            </a:br>
            <a:br>
              <a:rPr lang="en-CA" altLang="en-US" sz="1200"/>
            </a:br>
            <a:r>
              <a:rPr lang="en-CA" altLang="en-US" sz="1200"/>
              <a:t>Thì mới nhờ quay nếu chưa đáp ứng đủ điều kiện thì tuyệt đối không nên nhờ quay </a:t>
            </a:r>
            <a:endParaRPr lang="en-CA"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a:t>Hướng khách nạp tiền</a:t>
            </a:r>
            <a:endParaRPr lang="en-US" sz="2800"/>
          </a:p>
        </p:txBody>
      </p:sp>
      <p:sp>
        <p:nvSpPr>
          <p:cNvPr id="3" name="Content Placeholder 2"/>
          <p:cNvSpPr>
            <a:spLocks noGrp="1"/>
          </p:cNvSpPr>
          <p:nvPr>
            <p:ph sz="half" idx="1"/>
          </p:nvPr>
        </p:nvSpPr>
        <p:spPr>
          <a:xfrm>
            <a:off x="457200" y="1600200"/>
            <a:ext cx="8639810" cy="5120005"/>
          </a:xfrm>
        </p:spPr>
        <p:txBody>
          <a:bodyPr/>
          <a:p>
            <a:r>
              <a:rPr lang="en-CA" altLang="en-US" sz="1400"/>
              <a:t>Hướng khách vào tiền sẽ có 2 cách hướng </a:t>
            </a:r>
            <a:br>
              <a:rPr lang="en-CA" altLang="en-US" sz="1400"/>
            </a:br>
            <a:br>
              <a:rPr lang="en-CA" altLang="en-US" sz="1400"/>
            </a:br>
            <a:r>
              <a:rPr lang="en-CA" altLang="en-US" sz="1400"/>
              <a:t>Hướng 1 là hướng cùng tham gia công việc để kiếm thêm thu nhập</a:t>
            </a:r>
            <a:br>
              <a:rPr lang="en-CA" altLang="en-US" sz="1400"/>
            </a:br>
            <a:r>
              <a:rPr lang="en-CA" altLang="en-US" sz="1400"/>
              <a:t>Hướng 2 là hướng sự kiện tình nhân</a:t>
            </a:r>
            <a:br>
              <a:rPr lang="en-CA" altLang="en-US" sz="1400"/>
            </a:br>
            <a:br>
              <a:rPr lang="en-CA" altLang="en-US" sz="1400"/>
            </a:br>
            <a:r>
              <a:rPr lang="en-CA" altLang="en-US" sz="1400" b="1"/>
              <a:t>Khi hướng khách cần gọi quản lý sang hỗ trợ không được tự tiện hướng khách khi chưa sự đồng ý của quản lý</a:t>
            </a:r>
            <a:endParaRPr lang="en-CA" altLang="en-US" sz="1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6240" y="189230"/>
            <a:ext cx="8595360" cy="501650"/>
          </a:xfrm>
        </p:spPr>
        <p:txBody>
          <a:bodyPr/>
          <a:p>
            <a:r>
              <a:rPr lang="en-CA" altLang="en-US" sz="3200"/>
              <a:t>Người mới nên bắt đầu từ đâu</a:t>
            </a:r>
            <a:endParaRPr lang="en-CA" altLang="en-US" sz="3200"/>
          </a:p>
        </p:txBody>
      </p:sp>
      <p:sp>
        <p:nvSpPr>
          <p:cNvPr id="3" name="Content Placeholder 2"/>
          <p:cNvSpPr>
            <a:spLocks noGrp="1"/>
          </p:cNvSpPr>
          <p:nvPr>
            <p:ph sz="half" idx="1"/>
          </p:nvPr>
        </p:nvSpPr>
        <p:spPr>
          <a:xfrm>
            <a:off x="215265" y="932180"/>
            <a:ext cx="3735705" cy="5906770"/>
          </a:xfrm>
        </p:spPr>
        <p:txBody>
          <a:bodyPr/>
          <a:p>
            <a:r>
              <a:rPr lang="en-US" sz="900" b="1"/>
              <a:t>SAU KHI ĐỌC HIỂU VĂN BẢN XONG HÃY ĐẶT RA CÂU HỎI VÀ HỎI MN NẾU BẠN CÒN THẮC MẮC </a:t>
            </a:r>
            <a:endParaRPr lang="en-US" sz="900" b="1"/>
          </a:p>
          <a:p>
            <a:endParaRPr lang="en-US" sz="900"/>
          </a:p>
          <a:p>
            <a:r>
              <a:rPr lang="en-US" sz="900"/>
              <a:t>QUY TRÌNH NGƯỜI MỚI BẮT ĐẦU CẦN </a:t>
            </a:r>
            <a:endParaRPr lang="en-US" sz="900"/>
          </a:p>
          <a:p>
            <a:r>
              <a:rPr lang="en-US" sz="900"/>
              <a:t>XÂY DỰNG FB CỦA MÌNH </a:t>
            </a:r>
            <a:endParaRPr lang="en-US" sz="900"/>
          </a:p>
          <a:p>
            <a:r>
              <a:rPr lang="en-US" sz="900"/>
              <a:t>- Đăng ảnh bài viết đăng Story thường xuyên </a:t>
            </a:r>
            <a:endParaRPr lang="en-US" sz="900"/>
          </a:p>
          <a:p>
            <a:r>
              <a:rPr lang="en-US" sz="900"/>
              <a:t>- Bài viết cần có like và người thật tương tác có thể vào nhóm LIKE để nhờ mn vào like hộ </a:t>
            </a:r>
            <a:endParaRPr lang="en-US" sz="900"/>
          </a:p>
          <a:p>
            <a:r>
              <a:rPr lang="en-US" sz="900"/>
              <a:t>- Xây dựng FB thật theo thời gian sử dụng lâu sẽ có lượng bạn bè và người thật lúc đó sẽ nhàn cho mình nếu FB không thật ảo và ngược lại sẽ mệt cho mình về việc đi cào hơn </a:t>
            </a:r>
            <a:endParaRPr lang="en-US" sz="900"/>
          </a:p>
          <a:p>
            <a:endParaRPr lang="en-US" sz="900"/>
          </a:p>
          <a:p>
            <a:endParaRPr lang="en-US" sz="900"/>
          </a:p>
          <a:p>
            <a:r>
              <a:rPr lang="en-US" sz="900"/>
              <a:t>ĐI CÀO KHÁCH </a:t>
            </a:r>
            <a:endParaRPr lang="en-US" sz="900"/>
          </a:p>
          <a:p>
            <a:r>
              <a:rPr lang="en-US" sz="900"/>
              <a:t>- Cào danh sách bạn bè </a:t>
            </a:r>
            <a:endParaRPr lang="en-US" sz="900"/>
          </a:p>
          <a:p>
            <a:r>
              <a:rPr lang="en-US" sz="900"/>
              <a:t>- thả tym thả like story của họ </a:t>
            </a:r>
            <a:endParaRPr lang="en-US" sz="900"/>
          </a:p>
          <a:p>
            <a:r>
              <a:rPr lang="en-US" sz="900"/>
              <a:t>-Bình luận bài viết của họ </a:t>
            </a:r>
            <a:endParaRPr lang="en-US" sz="900"/>
          </a:p>
          <a:p>
            <a:r>
              <a:rPr lang="en-US" sz="900"/>
              <a:t>- Đi like dạo bài viết của họ </a:t>
            </a:r>
            <a:endParaRPr lang="en-US" sz="900"/>
          </a:p>
          <a:p>
            <a:endParaRPr lang="en-US" sz="900"/>
          </a:p>
          <a:p>
            <a:r>
              <a:rPr lang="en-US" sz="900"/>
              <a:t>- Đánh giá khách tiềm năng </a:t>
            </a:r>
            <a:endParaRPr lang="en-US" sz="900"/>
          </a:p>
          <a:p>
            <a:r>
              <a:rPr lang="en-US" sz="900"/>
              <a:t>- Kiểm tra thời gian bài viết </a:t>
            </a:r>
            <a:endParaRPr lang="en-US" sz="900"/>
          </a:p>
          <a:p>
            <a:r>
              <a:rPr lang="en-US" sz="900"/>
              <a:t>- Danh sách bạn bè và ảnh xem xem khách làm nghề gì có tiềm năng kinh tế hay không </a:t>
            </a:r>
            <a:endParaRPr lang="en-US" sz="900"/>
          </a:p>
          <a:p>
            <a:endParaRPr lang="en-US" sz="900"/>
          </a:p>
          <a:p>
            <a:r>
              <a:rPr lang="en-US" sz="900"/>
              <a:t>- Hạn chế kết bạn với khách </a:t>
            </a:r>
            <a:endParaRPr lang="en-US" sz="900"/>
          </a:p>
          <a:p>
            <a:r>
              <a:rPr lang="en-US" sz="900"/>
              <a:t>- Đi lính " mấy khách làm chức cao có thể kết bạn " </a:t>
            </a:r>
            <a:endParaRPr lang="en-US" sz="900"/>
          </a:p>
          <a:p>
            <a:r>
              <a:rPr lang="en-US" sz="900"/>
              <a:t>- Có vợ </a:t>
            </a:r>
            <a:endParaRPr lang="en-US" sz="900"/>
          </a:p>
          <a:p>
            <a:r>
              <a:rPr lang="en-US" sz="900"/>
              <a:t>- Danh sáchc bạn bè của khách có kết bạn với nhiều gái </a:t>
            </a:r>
            <a:endParaRPr lang="en-US" sz="900"/>
          </a:p>
          <a:p>
            <a:r>
              <a:rPr lang="en-US" sz="900"/>
              <a:t>- Khách công nhân nghèo và không tiềm năng </a:t>
            </a:r>
            <a:endParaRPr lang="en-US" sz="900"/>
          </a:p>
          <a:p>
            <a:r>
              <a:rPr lang="en-US" sz="900"/>
              <a:t>- Sale</a:t>
            </a:r>
            <a:endParaRPr lang="en-US" sz="900"/>
          </a:p>
          <a:p>
            <a:endParaRPr lang="en-US" sz="900"/>
          </a:p>
          <a:p>
            <a:endParaRPr lang="en-US" sz="900"/>
          </a:p>
        </p:txBody>
      </p:sp>
      <p:sp>
        <p:nvSpPr>
          <p:cNvPr id="5" name="Content Placeholder 2"/>
          <p:cNvSpPr>
            <a:spLocks noGrp="1"/>
          </p:cNvSpPr>
          <p:nvPr/>
        </p:nvSpPr>
        <p:spPr>
          <a:xfrm>
            <a:off x="3924300" y="1069340"/>
            <a:ext cx="2799080" cy="5368925"/>
          </a:xfrm>
          <a:prstGeom prst="rect">
            <a:avLst/>
          </a:prstGeom>
          <a:noFill/>
          <a:ln w="9525">
            <a:noFill/>
          </a:ln>
        </p:spPr>
        <p:txBody>
          <a:bodyPr anchor="t" anchorCtr="0"/>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en-US" sz="1000" b="1">
                <a:sym typeface="+mn-ea"/>
              </a:rPr>
              <a:t>NẮM RÕ QUY TRÌNH PHÂN VÙNG KHÁCH </a:t>
            </a:r>
            <a:endParaRPr lang="en-US" sz="1000" b="1"/>
          </a:p>
          <a:p>
            <a:endParaRPr lang="en-US" sz="1000"/>
          </a:p>
          <a:p>
            <a:r>
              <a:rPr lang="en-US" sz="1000">
                <a:sym typeface="+mn-ea"/>
              </a:rPr>
              <a:t>Dự phòng </a:t>
            </a:r>
            <a:endParaRPr lang="en-US" sz="1000"/>
          </a:p>
          <a:p>
            <a:r>
              <a:rPr lang="en-US" sz="1000">
                <a:sym typeface="+mn-ea"/>
              </a:rPr>
              <a:t>Thông tin cơ bản </a:t>
            </a:r>
            <a:endParaRPr lang="en-US" sz="1000"/>
          </a:p>
          <a:p>
            <a:r>
              <a:rPr lang="en-US" sz="1000">
                <a:sym typeface="+mn-ea"/>
              </a:rPr>
              <a:t>Đánh giá tiềm năng </a:t>
            </a:r>
            <a:endParaRPr lang="en-US" sz="1000"/>
          </a:p>
          <a:p>
            <a:r>
              <a:rPr lang="en-US" sz="1000">
                <a:sym typeface="+mn-ea"/>
              </a:rPr>
              <a:t>Check app " Chưa biết về app " </a:t>
            </a:r>
            <a:endParaRPr lang="en-US" sz="1000"/>
          </a:p>
          <a:p>
            <a:endParaRPr lang="en-US" sz="1000"/>
          </a:p>
          <a:p>
            <a:r>
              <a:rPr lang="en-US" sz="1000">
                <a:sym typeface="+mn-ea"/>
              </a:rPr>
              <a:t>ƯU TIÊN </a:t>
            </a:r>
            <a:endParaRPr lang="en-US" sz="1000"/>
          </a:p>
          <a:p>
            <a:r>
              <a:rPr lang="en-US" sz="1000">
                <a:sym typeface="+mn-ea"/>
              </a:rPr>
              <a:t>- Tập trung nói chuyện xây dựng lòng tin  tình cảm </a:t>
            </a:r>
            <a:endParaRPr lang="en-US" sz="1000"/>
          </a:p>
          <a:p>
            <a:r>
              <a:rPr lang="en-US" sz="1000">
                <a:sym typeface="+mn-ea"/>
              </a:rPr>
              <a:t>- Khai thác kỹ thông tin </a:t>
            </a:r>
            <a:endParaRPr lang="en-US" sz="1000"/>
          </a:p>
          <a:p>
            <a:r>
              <a:rPr lang="en-US" sz="1000">
                <a:sym typeface="+mn-ea"/>
              </a:rPr>
              <a:t>- Sẵn sàng nhờ quay app </a:t>
            </a:r>
            <a:endParaRPr lang="en-US" sz="1000"/>
          </a:p>
          <a:p>
            <a:endParaRPr lang="en-US" sz="1000"/>
          </a:p>
          <a:p>
            <a:r>
              <a:rPr lang="en-US" sz="1000">
                <a:sym typeface="+mn-ea"/>
              </a:rPr>
              <a:t>TIỀM NĂNG </a:t>
            </a:r>
            <a:endParaRPr lang="en-US" sz="1000"/>
          </a:p>
          <a:p>
            <a:r>
              <a:rPr lang="en-US" sz="1000">
                <a:sym typeface="+mn-ea"/>
              </a:rPr>
              <a:t>Nhờ khách quay được  thì đánh giá là tiềm năng </a:t>
            </a:r>
            <a:endParaRPr lang="en-US" sz="1000"/>
          </a:p>
          <a:p>
            <a:r>
              <a:rPr lang="en-US" sz="1000">
                <a:sym typeface="+mn-ea"/>
              </a:rPr>
              <a:t>- Sẵn sàng chờ vào tiền </a:t>
            </a:r>
            <a:endParaRPr lang="en-US" sz="1000"/>
          </a:p>
          <a:p>
            <a:endParaRPr lang="en-US" sz="1000"/>
          </a:p>
          <a:p>
            <a:endParaRPr lang="en-US" sz="1000"/>
          </a:p>
          <a:p>
            <a:r>
              <a:rPr lang="en-US" sz="1000">
                <a:sym typeface="+mn-ea"/>
              </a:rPr>
              <a:t>- Liên tục kiểm tra báo biểu để tránh quên khách </a:t>
            </a:r>
            <a:endParaRPr lang="en-US" sz="1000"/>
          </a:p>
          <a:p>
            <a:r>
              <a:rPr lang="en-US" sz="1000">
                <a:sym typeface="+mn-ea"/>
              </a:rPr>
              <a:t>- Phân vùng khách  rõ ràng khi làm việc mới hiệu quả hơn</a:t>
            </a:r>
            <a:endParaRPr lang="en-US" sz="1000"/>
          </a:p>
          <a:p>
            <a:endParaRPr lang="en-US" sz="1000"/>
          </a:p>
          <a:p>
            <a:endParaRPr lang="en-US" sz="1000"/>
          </a:p>
          <a:p>
            <a:endParaRPr lang="en-US" sz="1000"/>
          </a:p>
        </p:txBody>
      </p:sp>
      <p:sp>
        <p:nvSpPr>
          <p:cNvPr id="6" name="Content Placeholder 2"/>
          <p:cNvSpPr>
            <a:spLocks noGrp="1"/>
          </p:cNvSpPr>
          <p:nvPr/>
        </p:nvSpPr>
        <p:spPr>
          <a:xfrm>
            <a:off x="6516370" y="909320"/>
            <a:ext cx="2559050" cy="5368925"/>
          </a:xfrm>
          <a:prstGeom prst="rect">
            <a:avLst/>
          </a:prstGeom>
          <a:noFill/>
          <a:ln w="9525">
            <a:noFill/>
          </a:ln>
        </p:spPr>
        <p:txBody>
          <a:bodyPr anchor="t" anchorCtr="0"/>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en-CA" altLang="en-US" sz="1000" b="1">
                <a:sym typeface="+mn-ea"/>
              </a:rPr>
              <a:t>TÌM HIỂU VỀ APP</a:t>
            </a:r>
            <a:endParaRPr lang="en-CA" altLang="en-US" sz="1000" b="1">
              <a:sym typeface="+mn-ea"/>
            </a:endParaRPr>
          </a:p>
          <a:p>
            <a:endParaRPr lang="en-CA" altLang="en-US" sz="1000" b="1">
              <a:sym typeface="+mn-ea"/>
            </a:endParaRPr>
          </a:p>
          <a:p>
            <a:endParaRPr lang="en-CA" altLang="en-US" sz="1000" b="1">
              <a:sym typeface="+mn-ea"/>
            </a:endParaRPr>
          </a:p>
          <a:p>
            <a:r>
              <a:rPr lang="en-CA" altLang="en-US" sz="1000"/>
              <a:t>Trang thương mại này ở đau, Được thành lập từ năm bao nhiêu </a:t>
            </a:r>
            <a:endParaRPr lang="en-CA" altLang="en-US" sz="1000"/>
          </a:p>
          <a:p>
            <a:r>
              <a:rPr lang="en-CA" altLang="en-US" sz="1000"/>
              <a:t>- 1 Số điện thoại 1 tài khoản ngân hàng liên kết được bao nhiêu tài khoản trong APP </a:t>
            </a:r>
            <a:endParaRPr lang="en-CA" altLang="en-US" sz="1000"/>
          </a:p>
          <a:p>
            <a:r>
              <a:rPr lang="en-CA" altLang="en-US" sz="1000"/>
              <a:t>Trong APP có mấy cấp bậc thành viên, Mỗi cấp bậc phân phối được bao nhiêu đơn </a:t>
            </a:r>
            <a:endParaRPr lang="en-CA" altLang="en-US" sz="1000"/>
          </a:p>
          <a:p>
            <a:r>
              <a:rPr lang="en-CA" altLang="en-US" sz="1000"/>
              <a:t>Công việc của mình trong APP này là gì , Trên APP mỗi ngày được rút bao nhiêu lần và tối thiểu rút bao nhiêu $</a:t>
            </a:r>
            <a:endParaRPr lang="en-CA" altLang="en-US" sz="1000"/>
          </a:p>
          <a:p>
            <a:endParaRPr lang="en-CA" altLang="en-US" sz="1000"/>
          </a:p>
          <a:p>
            <a:r>
              <a:rPr lang="en-CA" altLang="en-US" sz="1000"/>
              <a:t>OZON là gì ?</a:t>
            </a:r>
            <a:endParaRPr lang="en-CA" altLang="en-US" sz="1000"/>
          </a:p>
          <a:p>
            <a:r>
              <a:rPr lang="en-CA" altLang="en-US" sz="1000"/>
              <a:t>OZON buôn bán các mặt hàng gì ?</a:t>
            </a:r>
            <a:endParaRPr lang="en-CA" altLang="en-US" sz="1000"/>
          </a:p>
          <a:p>
            <a:r>
              <a:rPr lang="en-CA" altLang="en-US" sz="1000"/>
              <a:t>Có mấy cấp bạc thành viên </a:t>
            </a:r>
            <a:endParaRPr lang="en-CA" altLang="en-US" sz="1000"/>
          </a:p>
          <a:p>
            <a:r>
              <a:rPr lang="en-CA" altLang="en-US" sz="1000"/>
              <a:t>Muốn tạo nhiều TK có được không </a:t>
            </a:r>
            <a:endParaRPr lang="en-CA" altLang="en-US" sz="1000"/>
          </a:p>
          <a:p>
            <a:r>
              <a:rPr lang="en-CA" altLang="en-US" sz="1000"/>
              <a:t>Xin mã mời bảo lãnh như nào ?</a:t>
            </a:r>
            <a:endParaRPr lang="en-CA" altLang="en-US" sz="1000"/>
          </a:p>
          <a:p>
            <a:r>
              <a:rPr lang="en-CA" altLang="en-US" sz="1000"/>
              <a:t>Tại sao OZON lại cần đến mình </a:t>
            </a:r>
            <a:endParaRPr lang="en-CA" altLang="en-US" sz="1000"/>
          </a:p>
          <a:p>
            <a:endParaRPr lang="en-CA" altLang="en-US" sz="1000"/>
          </a:p>
          <a:p>
            <a:r>
              <a:rPr lang="en-CA" altLang="en-US" sz="1000"/>
              <a:t>Hãy luôn đặt ra các câu hỏi cho mình vì bạn là người mới hãy chịu khó học hiểu nhiều lên </a:t>
            </a:r>
            <a:endParaRPr lang="en-CA"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45085"/>
            <a:ext cx="8310880" cy="767715"/>
          </a:xfrm>
        </p:spPr>
        <p:txBody>
          <a:bodyPr/>
          <a:p>
            <a:r>
              <a:rPr lang="en-CA" altLang="en-US" sz="3200"/>
              <a:t>Đọc thêm</a:t>
            </a:r>
            <a:endParaRPr lang="en-CA" altLang="en-US" sz="3200"/>
          </a:p>
        </p:txBody>
      </p:sp>
      <p:sp>
        <p:nvSpPr>
          <p:cNvPr id="3" name="Content Placeholder 2"/>
          <p:cNvSpPr>
            <a:spLocks noGrp="1"/>
          </p:cNvSpPr>
          <p:nvPr>
            <p:ph sz="half" idx="1"/>
          </p:nvPr>
        </p:nvSpPr>
        <p:spPr>
          <a:xfrm>
            <a:off x="-107950" y="549275"/>
            <a:ext cx="9070340" cy="5950585"/>
          </a:xfrm>
        </p:spPr>
        <p:txBody>
          <a:bodyPr/>
          <a:p>
            <a:r>
              <a:rPr lang="en-US" sz="900"/>
              <a:t>ĐỌC THÊM </a:t>
            </a:r>
            <a:endParaRPr lang="en-US" sz="900"/>
          </a:p>
          <a:p>
            <a:endParaRPr lang="en-US" sz="900"/>
          </a:p>
          <a:p>
            <a:r>
              <a:rPr lang="en-US" sz="900"/>
              <a:t>Phân vùng chính xác - DỰ PHÒNG, ƯU TIÊN, TIỀM NĂNG, VÀO TIỀN. Việc phân vùng này là để biết khách của mình đang ở trạng thái nào chứ không đơn giản là có khách cứ là nhắn thậm chí khách nhắn cả tuần rồi vẫn ở mục DỰ PHÒNG vẫn chưa khai thác đưa khách lên ƯU TIÊN hay TIỀM NĂNG những khách như này thì mọi người nên xem lại nếu không OK thì bỏ đi chứ đừng cứ nhắn xuất lại mất thời gian, Hoặc nếu thấy không tiềm năng thì đẩy nhanh quá trình lên cho nó quay app rồi gạ nó vào tiền cho đừng mất thời gian quá vào những thằng như vậy . Hình thức của mình là đánh To từ 5- 12tr lên </a:t>
            </a:r>
            <a:r>
              <a:rPr lang="en-CA" altLang="en-US" sz="900"/>
              <a:t>5</a:t>
            </a:r>
            <a:r>
              <a:rPr lang="en-US" sz="900"/>
              <a:t>0 - </a:t>
            </a:r>
            <a:r>
              <a:rPr lang="en-CA" altLang="en-US" sz="900"/>
              <a:t>7</a:t>
            </a:r>
            <a:r>
              <a:rPr lang="en-US" sz="900"/>
              <a:t>0M lên 100M tìm những thằng có khả năng mà đánh còn những thằng rẻ rách quá thì đẩy nhanh khỏi mất tiến độ chứ không phải khách nào cũng nhắn mình nên chú ý phải lọc kỹ</a:t>
            </a:r>
            <a:endParaRPr lang="en-US" sz="900"/>
          </a:p>
          <a:p>
            <a:endParaRPr lang="en-US" sz="900"/>
          </a:p>
          <a:p>
            <a:r>
              <a:rPr lang="en-US" sz="900"/>
              <a:t>- Khách dự phòng thì nên nhắn những gì hỏi thăm ra sao còn khách đã đưa lên ƯU TIÊN, TIỀM NĂNG thì tập nhắn nhiều 1 chút khai thác kỹ chút bởi vì những thằng đấy là những thằng mình đang chuẩn bị hướng nó vào tiền nên cần tập trung vào nó hơn </a:t>
            </a:r>
            <a:endParaRPr lang="en-US" sz="900"/>
          </a:p>
          <a:p>
            <a:endParaRPr lang="en-US" sz="900"/>
          </a:p>
          <a:p>
            <a:r>
              <a:rPr lang="en-US" sz="900"/>
              <a:t>- Việc báo biểu này là để mọi người ghi lại khách của mình và trạng thái khách của mình để thuận tiện mọi người có thể xem lại mình đang làm thằng khách </a:t>
            </a:r>
            <a:r>
              <a:rPr lang="en-CA" altLang="en-US" sz="900"/>
              <a:t>đấy</a:t>
            </a:r>
            <a:r>
              <a:rPr lang="en-US" sz="900"/>
              <a:t> và khách này đang nhắn ở mục nào giai đoạn nào để còn biết chuẩn bị nhắn hướng tiếp nó ra sao cần ghi những thông tin của khách cần lưu ý   VD sáng đầu giờ xem lại à thằng khách này đang ở DỰ PHÒNG nhìn lại thông tin thấy thằng này Ok hôm nay mình nên cố gắng nhắn để đẩy nó lên ƯU TIÊN  hoặc À thằng là là thằng khách của mình đang ở mục ƯU TIÊN TIỀM NĂNG mình nhắn cũng được 2 - 3 ngày rồi nay cố gắng nhắn nhiều với nó hơn để khai thác lại 1 lần kỹ thông tin của nó rồi lấy sự tin tưởng của nó hơn để chuẩn bị cho nó vào tiền </a:t>
            </a:r>
            <a:endParaRPr lang="en-US" sz="900"/>
          </a:p>
          <a:p>
            <a:endParaRPr lang="en-US" sz="900"/>
          </a:p>
          <a:p>
            <a:r>
              <a:rPr lang="en-US" sz="900"/>
              <a:t>- Khách là khách của mình là tiền của mình khách nào mà mình đã xác định thấy OK thì mới cho nó vào biểu rồi mới dễ tập trung sau khi rảnh thì xem biểu và khai thác những khách đó hơn chứ không phải ngày có 10 khách mới nt đến thì ghi cả 10 khách </a:t>
            </a:r>
            <a:endParaRPr lang="en-US" sz="900"/>
          </a:p>
          <a:p>
            <a:endParaRPr lang="en-US" sz="900"/>
          </a:p>
          <a:p>
            <a:r>
              <a:rPr lang="en-US" sz="900"/>
              <a:t>- Chú ý về vấn đề nhắn tin phân vùng rõ khách rồi thì những thằng khách nào nên tập trung nhắn những thằng nào nên nhắn ít thằng nên nhắn nhiều dành thằng này nay nên bồi thêm hoặc thằng này nay không cần nhắn nhiều để tối nhắn sau đừng quá tập trung vào những câu gió bay mà không khai thác được gì trong quá trình nhắn tin cố gắng khai thác các thông tin của khách như tiền gia đình để biết khách có điều kiện công việc</a:t>
            </a:r>
            <a:endParaRPr lang="en-US" sz="900"/>
          </a:p>
          <a:p>
            <a:endParaRPr lang="en-US" sz="900"/>
          </a:p>
          <a:p>
            <a:r>
              <a:rPr lang="en-US" sz="900"/>
              <a:t>- Nên nhớ mình đang giả gái du học đừng quá nhập tâm vào câu chuyện với nó và hứa hẹn tình yêu mà quên đi mình đang khai thác thông tin của nó để dụ nó vào quay app nạp tiền , </a:t>
            </a:r>
            <a:endParaRPr lang="en-US" sz="900"/>
          </a:p>
          <a:p>
            <a:r>
              <a:rPr lang="en-US" sz="900"/>
              <a:t>Nay lên nt anh yêu tối anh yêu mà lại không khai thác đẩy được tiến triển gì thì phí thời gian còn cảm thấy khách nào không OK thì đẩy nhanh tiến độ dụ nó vào app hoặc bỏ</a:t>
            </a:r>
            <a:endParaRPr lang="en-US" sz="900"/>
          </a:p>
          <a:p>
            <a:endParaRPr lang="en-US" sz="900"/>
          </a:p>
          <a:p>
            <a:r>
              <a:rPr lang="en-US" sz="900"/>
              <a:t>- Đừng tập trung nhắn tin với các khách nhiều quá thằng nào nên nhắn nhiều nên nhắn ít nói những câu chuyện chủ đề nào thì nói sắp xếp thời gian hợp lý để còn kiếm khách mới </a:t>
            </a:r>
            <a:endParaRPr lang="en-US" sz="900"/>
          </a:p>
          <a:p>
            <a:endParaRPr lang="en-US" sz="900"/>
          </a:p>
          <a:p>
            <a:r>
              <a:rPr lang="en-US" sz="900"/>
              <a:t>- Đừng đẩy nhanh tiến độ quá khách đang vùng nào thì nhắn tin nói chuyện theo vùng đó </a:t>
            </a:r>
            <a:endParaRPr lang="en-US" sz="900"/>
          </a:p>
          <a:p>
            <a:endParaRPr lang="en-US" sz="900"/>
          </a:p>
          <a:p>
            <a:r>
              <a:rPr lang="en-US" sz="900"/>
              <a:t>- Đừng để khách khai thác quá nhiều khi chưa cần thiết câu chuyện chưa đâu vào đau VD khách đang ở dự phòng nó không biết nó chỉ hỏi về OZON thôi mà mình nói toạc ra hết thì nó cũng không hứng và thứ 2 là nó chưa biết cái mô tê gì mình nói nó cũng chả hứng mình phải nc dần dần để nó hiểu dần về Ozon rồi nó quay áp giúp mình nó thấy rút được tiền nó lúc đó nó càng tò mò thêm, phải để ý khách có hay hỏi và tò mò không nếu đã lấy được sự tin tưởng thì dẫn nó vào thôi</a:t>
            </a:r>
            <a:endParaRPr lang="en-US" sz="900"/>
          </a:p>
          <a:p>
            <a:endParaRPr lang="en-US" sz="900"/>
          </a:p>
          <a:p>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9705" y="224155"/>
            <a:ext cx="8724265" cy="1391920"/>
          </a:xfrm>
        </p:spPr>
        <p:txBody>
          <a:bodyPr/>
          <a:p>
            <a:r>
              <a:rPr lang="en-CA" altLang="en-US" sz="1400" b="1"/>
              <a:t>ĐÂY LÀ QUY TRÌNH CỐT LÕI MỌI NGƯỜI CẦN NẮM VỨNG ĐỂ LÀM KHÁCH NÓ SẼ GIÚP MỌI NGƯỜI CÓ DOANH THU CAO NGOÀI RA CÁC BẠN CẦN HỌC HỎI THÊM NHỮNG KIẾN THỨC VÀ KINH NGHIỆM NÓ SẼ GIÚP ÍCH ĐƯỢC CHO BẠN TRONG QUÁ TRÌNH LÀM VIỆC RẤT TỐT</a:t>
            </a:r>
            <a:endParaRPr lang="en-CA" altLang="en-US" sz="1400" b="1"/>
          </a:p>
        </p:txBody>
      </p:sp>
      <p:sp>
        <p:nvSpPr>
          <p:cNvPr id="3" name="Content Placeholder 2"/>
          <p:cNvSpPr>
            <a:spLocks noGrp="1"/>
          </p:cNvSpPr>
          <p:nvPr>
            <p:ph sz="half" idx="1"/>
          </p:nvPr>
        </p:nvSpPr>
        <p:spPr>
          <a:xfrm>
            <a:off x="457200" y="1845310"/>
            <a:ext cx="8080375" cy="4526280"/>
          </a:xfrm>
        </p:spPr>
        <p:txBody>
          <a:bodyPr/>
          <a:p>
            <a:r>
              <a:rPr lang="en-US" sz="1200"/>
              <a:t>TẤT CẢ CÁC THÔNG TIN TRÊN LÀ DÀNH CHO NGƯỜI MỚI CẦN NẮM ĐƯỢC VÀ TRONG QUÁ TRÌNH LÀM VIỆC SẼ CÓ PHÁT SINH THÊM NGOÀI LUỒNG HÃY CỐ GẮNG HỌC HỎI NGƯỜI NHIỀU LÊN CÓ THỂ HỎI MỌI NGƯỜI BÊN CẠNH HOẶC QUẢN LÝ CỦA TỔ </a:t>
            </a:r>
            <a:endParaRPr lang="en-US" sz="1200"/>
          </a:p>
          <a:p>
            <a:endParaRPr lang="en-US" sz="1200"/>
          </a:p>
          <a:p>
            <a:r>
              <a:rPr lang="en-US" sz="1200"/>
              <a:t>ĐỐI VỚI NGƯỜI MỚI LUÔN CẦN PHẢI ĐẶT RA CÁC CÂU HỎI CHO CHẮC MẮC CỦA MÌNH HÃY CỐ GẮNG 1 -2 THÁNG HỌC VIỆC TRAO ĐỔI HỎI THẬT NHIỀU SAU NÀY BẠN SẼ LÀM ĐC VÀ TỰ LÀM CHỦ LƯỢNG KHÁCH HÀNG VÀ MỨC LƯƠNG CỦA MÌNH </a:t>
            </a:r>
            <a:endParaRPr lang="en-US" sz="1200"/>
          </a:p>
          <a:p>
            <a:endParaRPr lang="en-US" sz="1200"/>
          </a:p>
          <a:p>
            <a:r>
              <a:rPr lang="en-US" sz="1200"/>
              <a:t>CHÚC CÁC BẠN NHÂN VIÊN MỚI MAY MẮN GẶP ĐƯỢC KHÁCH LỚN VÀ KIẾM ĐƯỢC THẬT NHIỀU TIỀN Ở CTY CHÚNG TA THÁNG NÀO CŨNG CÓ RẤT NHIỀU NG ĐẠT ĐƯỢC IPHONE VÀNG VÀ CÁC GIẢI THƯỞNG KHÁCH LƯƠNG TRÊN VÀI TRĂM HƠN 1 TỶ CŨNG CÓ MIỄN LÀ CÁC BẠN CÓ CỐ GẮNG CÓ HAM HỌC HỎI VÀ CHỊU KHÓ ĐỂ KIẾM TIỀN CHÚNG TÔI CÁC QUẢN LÝ TỔ LUÔN LUÔN NHIỆT TÌNH HỖ TRỢ CÁC BẠN HÃY THOẢI MÁI TRONG CÁCH LÀM VIỆC TRAO ĐỔI NC VỚI NHAU THOẢI MÁI VÀ HÒA ĐỒNG VỚI CÁC NHÂN VIÊN CŨ VÌ HỌC SẼ CHO BẠN HỌC THÊM NHIỀU ĐIỀU HAY VÀ TỐT ĐẸP</a:t>
            </a:r>
            <a:endParaRPr lang="en-US" sz="1200"/>
          </a:p>
          <a:p>
            <a:endParaRPr lang="en-US" sz="1200"/>
          </a:p>
          <a:p>
            <a:r>
              <a:rPr lang="en-US" sz="1200"/>
              <a:t>CUỐI CÙNG HÃY NHỚ NẾU CÓ THẮC MẮC HAY KHÔNG HIỂU GÌ HÃY HỎI LUÔN ĐỂ ĐƯỢC GIẢI ĐÁP THẮC MẮC NẾU CÁC BẠN ĐỌC CÓ CHỖ NÀO KHÔNG HIỂU HAY KHÔNG BIẾT NÊN LÀM THẾ NÀO CÓ THỂ HỎI LẠI CHÚNG TÔI</a:t>
            </a:r>
            <a:endParaRPr 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6240" y="260668"/>
            <a:ext cx="8229600" cy="1143000"/>
          </a:xfrm>
        </p:spPr>
        <p:txBody>
          <a:bodyPr/>
          <a:p>
            <a:endParaRPr lang="en-US"/>
          </a:p>
        </p:txBody>
      </p:sp>
      <p:pic>
        <p:nvPicPr>
          <p:cNvPr id="7" name="Picture 6"/>
          <p:cNvPicPr>
            <a:picLocks noChangeAspect="1"/>
          </p:cNvPicPr>
          <p:nvPr/>
        </p:nvPicPr>
        <p:blipFill>
          <a:blip r:embed="rId1"/>
          <a:stretch>
            <a:fillRect/>
          </a:stretch>
        </p:blipFill>
        <p:spPr>
          <a:xfrm>
            <a:off x="-635" y="2623820"/>
            <a:ext cx="9108440" cy="4354830"/>
          </a:xfrm>
          <a:prstGeom prst="rect">
            <a:avLst/>
          </a:prstGeom>
        </p:spPr>
      </p:pic>
      <p:pic>
        <p:nvPicPr>
          <p:cNvPr id="6" name="Content Placeholder 5"/>
          <p:cNvPicPr>
            <a:picLocks noChangeAspect="1"/>
          </p:cNvPicPr>
          <p:nvPr>
            <p:ph sz="half" idx="1"/>
          </p:nvPr>
        </p:nvPicPr>
        <p:blipFill>
          <a:blip r:embed="rId2"/>
          <a:stretch>
            <a:fillRect/>
          </a:stretch>
        </p:blipFill>
        <p:spPr>
          <a:xfrm>
            <a:off x="-635" y="635"/>
            <a:ext cx="4231640" cy="2889885"/>
          </a:xfrm>
          <a:prstGeom prst="rect">
            <a:avLst/>
          </a:prstGeom>
        </p:spPr>
      </p:pic>
      <p:pic>
        <p:nvPicPr>
          <p:cNvPr id="5" name="Content Placeholder 4"/>
          <p:cNvPicPr>
            <a:picLocks noChangeAspect="1"/>
          </p:cNvPicPr>
          <p:nvPr>
            <p:ph sz="half" idx="2"/>
          </p:nvPr>
        </p:nvPicPr>
        <p:blipFill>
          <a:blip r:embed="rId3"/>
          <a:stretch>
            <a:fillRect/>
          </a:stretch>
        </p:blipFill>
        <p:spPr>
          <a:xfrm>
            <a:off x="4170045" y="635"/>
            <a:ext cx="4973955" cy="2890520"/>
          </a:xfrm>
          <a:prstGeom prst="rect">
            <a:avLst/>
          </a:prstGeom>
        </p:spPr>
      </p:pic>
    </p:spTree>
  </p:cSld>
  <p:clrMapOvr>
    <a:masterClrMapping/>
  </p:clrMapOvr>
</p:sld>
</file>

<file path=ppt/theme/theme1.xml><?xml version="1.0" encoding="utf-8"?>
<a:theme xmlns:a="http://schemas.openxmlformats.org/drawingml/2006/main" name="默认设计模板">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27592</Words>
  <Application>WPS Presentation</Application>
  <PresentationFormat/>
  <Paragraphs>326</Paragraphs>
  <Slides>18</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4</vt:i4>
      </vt:variant>
      <vt:variant>
        <vt:lpstr>幻灯片标题</vt:lpstr>
      </vt:variant>
      <vt:variant>
        <vt:i4>18</vt:i4>
      </vt:variant>
    </vt:vector>
  </HeadingPairs>
  <TitlesOfParts>
    <vt:vector size="29" baseType="lpstr">
      <vt:lpstr>Arial</vt:lpstr>
      <vt:lpstr>宋体</vt:lpstr>
      <vt:lpstr>Wingdings</vt:lpstr>
      <vt:lpstr>微软雅黑</vt:lpstr>
      <vt:lpstr>Arial Unicode MS</vt:lpstr>
      <vt:lpstr>Calibri</vt:lpstr>
      <vt:lpstr>默认设计模板</vt:lpstr>
      <vt:lpstr>Photoshop.Image.13</vt:lpstr>
      <vt:lpstr>Photoshop.Image.13</vt:lpstr>
      <vt:lpstr>Photoshop.Image.13</vt:lpstr>
      <vt:lpstr>Photoshop.Image.13</vt:lpstr>
      <vt:lpstr>QUY TRÌNH CÔNG VIỆC DÀNH CHO NGƯỜI MỚI</vt:lpstr>
      <vt:lpstr>XÂY DỰNG FB</vt:lpstr>
      <vt:lpstr>XÂY DỰNG THÔNG TIN NHÂN VẬT</vt:lpstr>
      <vt:lpstr>TÌM HIỂU VỀ APP</vt:lpstr>
      <vt:lpstr>Cách đi cào kết bạn đánh giá tiềm năng</vt:lpstr>
      <vt:lpstr>Mở đầu làm quen bắt chuyện với khách hàng</vt:lpstr>
      <vt:lpstr>Quy trình phân vùng khách</vt:lpstr>
      <vt:lpstr> Quy trình nhắn tin khách theo vùng</vt:lpstr>
      <vt:lpstr>Cách checkapp</vt:lpstr>
      <vt:lpstr>Dò hỏi quay app đối với khách ƯU TIÊN</vt:lpstr>
      <vt:lpstr>Lọc Khách</vt:lpstr>
      <vt:lpstr>Quy trình nhắn khách từ 5 - 10 ngày </vt:lpstr>
      <vt:lpstr>Nhờ khách quay app</vt:lpstr>
      <vt:lpstr>Hướng khách nạp tiền</vt:lpstr>
      <vt:lpstr>Người mới nên bắt đầu từ đâu</vt:lpstr>
      <vt:lpstr>Đọc thêm</vt:lpstr>
      <vt:lpstr>ĐÂY LÀ QUY TRÌNH CỐT LÕI MỌI NGƯỜI CẦN NẮM VỨNG ĐỂ LÀM KHÁCH NÓ SẼ GIÚP MỌI NGƯỜI CÓ DOANH THU CAO NGOÀI RA CÁC BẠN CẦN HỌC HỎI THÊM NHỮNG KIẾN THỨC VÀ KINH NGHIỆM NÓ SẼ GIÚP ÍCH ĐƯỢC CHO BẠN TRONG QUÁ TRÌNH LÀM VIỆC RẤT TỐT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1045</cp:revision>
  <dcterms:created xsi:type="dcterms:W3CDTF">2021-05-03T13:06:00Z</dcterms:created>
  <dcterms:modified xsi:type="dcterms:W3CDTF">2024-09-23T03:15:32Z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1033-12.2.0.13306</vt:lpwstr>
  </property>
  <property fmtid="{D5CDD505-2E9C-101B-9397-08002B2CF9AE}" pid="3" name="ICV">
    <vt:lpwstr>14EA99EA1D524CB5B81CE4DE2CB13C86</vt:lpwstr>
  </property>
</Properties>
</file>