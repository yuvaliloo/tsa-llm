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1A344-E5D0-4642-FC79-4881485B5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36F65-59A4-069D-B2A5-03B81FD04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BAFD1-B99A-B6D8-F806-F238C085A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03171-B21B-4F27-90CD-07CF5859B2F4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736E3-A0EF-5CF6-3C13-3656D04C7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03145-5ACC-351A-8B2B-2E5CEB109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D7EB-8309-48F0-8324-31BF237EF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4D3D4-0806-C6CC-A94A-D94875AB0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12F81-B74B-E8AC-075C-DE5A48BBA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03EB5-7999-2B5B-5350-8CEA72E2A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03171-B21B-4F27-90CD-07CF5859B2F4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A1BE2-33D2-A07E-0C9A-BA23BA78B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4D76A-B7FA-C4AD-8059-B0D5D78F1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D7EB-8309-48F0-8324-31BF237EF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13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421F-71BD-72E2-E58F-04E2C5F9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7213A-D4D9-CA31-D255-225C6EEA4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19258-E40F-6203-B0F2-695C18C65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03171-B21B-4F27-90CD-07CF5859B2F4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D9475-C505-7109-A991-A2A28F538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43F45-022F-680F-9942-7920F9477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D7EB-8309-48F0-8324-31BF237EF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0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0ABFA-E03E-EFB0-94B4-B98EAFC0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14AA1-6ECA-BA37-DA2A-F22A802A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32E9C-B7C5-9E5C-584F-D24FEBF8A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48AAE-6D04-DC95-9A73-3917CE73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03171-B21B-4F27-90CD-07CF5859B2F4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6D22F-4E8F-2FA0-8343-F1F17E95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AC7E0-26FD-07D8-E470-B3868452D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D7EB-8309-48F0-8324-31BF237EF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28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943CD-6EC3-402B-A9E3-719C8A851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281F-0F06-F99F-5590-49BC9C360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221BA-7397-169F-98F8-704E7ED8D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62439C-6E47-4AF5-47AA-40EE46D89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0ACA81-E311-25AE-4E6A-F243E5AE9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111DE5-DD59-CEA4-69A3-2ABA68EBC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03171-B21B-4F27-90CD-07CF5859B2F4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297857-3E39-74EF-79CA-4B32636DC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3DFE17-2390-79E8-3DCB-E887902D4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D7EB-8309-48F0-8324-31BF237EF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2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C44FA-39D9-3D93-13E5-D0BC57E48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820506-DF80-AF64-1EF5-E1104FDEB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03171-B21B-4F27-90CD-07CF5859B2F4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7EFA8-462A-7E3A-13D1-9F567ED7E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DE791-A972-3F69-1AC3-1CBBF4FFE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D7EB-8309-48F0-8324-31BF237EF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31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9941CF-CE02-F9BF-34FB-B52C11E9C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03171-B21B-4F27-90CD-07CF5859B2F4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CEFC1F-6A14-6B41-4B2D-5F592DF7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09648-F810-701E-E2FB-C25F57D2F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D7EB-8309-48F0-8324-31BF237EF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250D-1A8D-C753-EC20-FDEB9AD6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9D3A2-5552-3742-FF08-E2C8989B4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16AF7-93DC-4758-487F-AFAD80492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87795-5665-B289-3E14-C74949C89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03171-B21B-4F27-90CD-07CF5859B2F4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E096E-B096-C07B-E360-D62C5C688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AC772-6D76-6F2F-F894-35385E1BB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D7EB-8309-48F0-8324-31BF237EF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3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58B9E-A5C3-3164-00BF-686B96FE5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031927-18CF-EB44-EB66-CA04FD534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2B3D0-E6FC-AD38-4C7B-09A9815FE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29689-EF66-C485-D633-408D75CFB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03171-B21B-4F27-90CD-07CF5859B2F4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C2ABC-9131-2D2F-C20E-F0C647105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BCAED-AF5A-117F-C869-7830E3493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D7EB-8309-48F0-8324-31BF237EF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79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2FCD-0736-E284-A425-777C1A225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1D7B7-F9B8-97EA-0D0D-2E4022229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39690-4257-002F-D42D-20C018922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03171-B21B-4F27-90CD-07CF5859B2F4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154CA-C8E9-7187-2C71-DBC9EFF69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D979C-6BF6-1D12-3632-72512523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D7EB-8309-48F0-8324-31BF237EF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81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147575-A047-012C-EB8E-C4F7BFCDD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D3540-4802-31AF-CFF4-948074835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C127A-DF5B-49F2-C0C1-FF6BDCC5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03171-B21B-4F27-90CD-07CF5859B2F4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1A398-7C57-E288-D17D-E9F7FF3D6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4B04B-6916-0891-B5E2-02C043006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D7EB-8309-48F0-8324-31BF237EF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97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9E263C-9E82-CD6D-C86E-F8B85785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9FCA5-3DA9-3E65-536C-D795E0F03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772C0-050C-5E17-A123-3B5D937A87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03171-B21B-4F27-90CD-07CF5859B2F4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20BBB-D66F-9E6B-7BC0-6DFDFDA0A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88E6A-0A8D-AD21-6F15-5E7DFCCB1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8D7EB-8309-48F0-8324-31BF237EF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557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CA6AFD9-267A-E4DA-3401-B405464AC9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18428"/>
              </p:ext>
            </p:extLst>
          </p:nvPr>
        </p:nvGraphicFramePr>
        <p:xfrm>
          <a:off x="-1588" y="0"/>
          <a:ext cx="177323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Packager Shell Object" showAsIcon="1" r:id="rId3" imgW="1773360" imgH="514440" progId="Package">
                  <p:embed/>
                </p:oleObj>
              </mc:Choice>
              <mc:Fallback>
                <p:oleObj name="Packager Shell Object" showAsIcon="1" r:id="rId3" imgW="1773360" imgH="51444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1588" y="0"/>
                        <a:ext cx="1773238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1883DB1-D133-B523-21DB-FB3786BD774E}"/>
              </a:ext>
            </a:extLst>
          </p:cNvPr>
          <p:cNvSpPr txBox="1"/>
          <p:nvPr/>
        </p:nvSpPr>
        <p:spPr>
          <a:xfrm>
            <a:off x="635000" y="635000"/>
            <a:ext cx="10160000" cy="322242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dirty="0"/>
              <a:t>E?eoB%Fh7lR@6%N72Xv:UpuBW:TtpcvH*#5Q:CRqjju5cTZZR0HJCgP0lDR$y:oLiBHxVMbqS8JIkHrb^*MIK^nRR8!7I6cgEuhIa@H6kwxMtX$!t4RzYIayvmLlGhtju!kPru3HIvWUUIjCvllOJf99ISyVB5Kpq6oc4*2a:gD$rxpmoeLbO3*LzQEVgwFW^q:o1XSDE4T%qO87qnCaz6jpS$yqS5AGKA00YV%#Hi3Oe!P%kT^$dh:7INgCwuYU0veokXA^Q7Pv2qp0YfXId9vwit4kkkJhx5Gx@P$5cCElgrZOSW$Y9fgKU$d^5g1r1#M%$5lpBuKZ^sN6PZp5$fBH$O8lSbeqGuiN@iYD^RuI6N!#uL8QIc4%fiR9Hf40aN^I0z!544hBOV5BEAEMI$OXW9WzHrFTG@n4efm1wuR$cJD2WY@b0I:TVrv?v^l!W8jcQhO8Pt?3zYfMk69Z6K^WkM453^tGP9xI?9dpvg!IE#1q9MRtrjlilfAeFSf$dKH2cj2jK3IhY2DN^QBlO:qD!czIx376305oMmGgtJZ^Jp5tpR40EI5lG!D8pQFZL2P^9gZIhl7O:aov$$r$fkvTv8DqG6Un!Igi#js4KqIZEHlrg!!VKsGvvTVvVNt8wSa^5C#rIRaSre03WWf#Fcl%2UsplopJesYRCYd3J$P6LH3XQDAozH%DiInDgdA#uG7Ro!bLMUh?mtQtyscc20uk0Q$oXd*IZu3*jFXDMxz44^sB5cA#KvYhhh@EeFpLjB8m#bZN2?6iSYzKzlO$BZui@QTZ7rz5!7dh?fxSP1C?JDK#hhPE?%vXYY2sD%P3tXvwD5?D8Md8?T1Kj??5R9S92lsOUY6CD1sdY!u4EhPY13ukzIe8GTvxlnCfV6a50xBGXBVzz:Q@yMhCYLxlM$7ozgupmnJZ%FFfhkWMQb9pCl2LSVi8V*y*zW%sT6#qwge1AdTF8MOPynqNaQY245ra8Bj7qQW9j!q#oC3x:xH^q?CkmLvrfgUvMSB70m*twDtNJ:a8G%nsyjpiO#3*neS0w0GyrRy8aWHHBtd6kHiXp*UbagG^aExhTkWfpTK!ui:qvF$7k2FBggtIu5U:NMcJqNlh2#V%Z0vy^wI0#W#A8$@C#Xi9NNl^:U7rmp^Q0Ul3*qkX!8L#gP0$rx?W97VC@X5ukVKrtXh@Cx^ntGMKAca^a1TwNIn^jx%Ai98c8$fvy7SZgzGaO3ny:BXpom4soylVj:c39sKu#?2z17sfN%J76HdiQDpUld6jM!PIwbPD498::T27LOXAhtTlVv7PV%8!:HlfDG1vxVyNhZMw03f4cbYGcy##28G?%g1TsP2JuIjf?TyYpufp55A7QZrfINy^D89y^DAF@?MTp2pTFKtDcyTR6aXWNMP@4w?7aacMHD1p^9LdSk:IHO*rFK6sZE20tg4K!8?fEWf*qIDuTdI7DJVSlAKte:AXpeuTFK@$%CWtNLCQKziQaPX76cHvnELnl@SlI^E%ap*J1qEXOP@^2%yz$nbjkyTwsgYhsSdYqDsf@^pnzHGnVWEwb28Y7*Dz5W6ShrKHBZBxoN2QUdD76vcvUG$kpU2dzb2N1NleOPVV@!43Do8hv^nnEH5oBlHN:xPG34n@Y#k!EnlG6Pdlw:tvz?gA8qDJcl*</a:t>
            </a:r>
            <a:r>
              <a:rPr lang="en-US" dirty="0" err="1"/>
              <a:t>GG?k</a:t>
            </a:r>
            <a:r>
              <a:rPr lang="en-US" dirty="0"/>
              <a:t>*zxdvry@fmiV9dS7^SzIs9r?0%03GAr172kXAjh%H?e97I5?2oEJW2UrRkQ^HCXntzz7dO9l$CH@pogAO^4PhkcGd6tNZ:%XshCBkaLTg9U:PW6z?*2ullClJYk?NCU?0SNRm1^1ze#W7425l4rzo2B6js@5N:7aHoy0rg4:cpZBcB3T^LoNmqhYOf3ZF:F?yBRaodOBC3#kPdGvK!qttdur0C@neTB6ZBa9OjJp#V2!P^SY94Rc*uVlHrn5JEgopW6AGq5C@4HRXl8D^n69:qb8#xGm9w3BBaV:#nY09pQrpGWC8yR:7uZOPff@HM%UZ%YmHwXAHAXtWTBH69#5eqTQTXxOaVnHRq3^@6*iWH66qN0$P0EqWEYngiBpv0go:s?m9CJNEs3hXfBBUO*$8kCrJ7gv:YeNn99Hq8!fK%:nQermzAMtvTtO1TnOW*YS^0MBh4iDVwBuR:z2xp5Gs@?wR#mEQ@Wuu4HreK@R9x4ePqlSR1W@IUvJOr:zNfV2Sgl9PIqVcLj%cbdDlypT4ltIJQu3Q:DdtEVn5O@xvENCXLhaBv:qeEHbfXD^QNYtOsEK8HQ#kmFy38AReVerUWWWDiBA4!B6sjiYrCLa2X3@XVHv8V@KQRmBNhWJ#B:%d?!</a:t>
            </a:r>
            <a:r>
              <a:rPr lang="en-US" dirty="0" err="1"/>
              <a:t>VdczGvX</a:t>
            </a:r>
            <a:r>
              <a:rPr lang="en-US" dirty="0"/>
              <a:t>*?u*b7qUdF71yaDZkn1aG1fGg2pc8wbM0IfU#AGxAi9nPn1!wSsK$V2o$H:dxogBKPgC5TQNKWNRx5#UeMbE$72eVQVq0OPPdmhpxsR2JBv*Pk!We#LiN3L$GSSkjZ1XcFIw%h*sRhEEBeHwvuYcoeNyj7xIl?xUzjuxX:apMyCJ:w9pLV@Q3$Y4FT9!Q9oEWku4LKydXV%UNz*z*PHV0xl6J:QdOLpC673ppgGxu%1D!9%Dc?Aj:%7QU@oF^q5NFmXxwy?yyMi?RFw#yyj*SjhshvjHOX5VYHDz4B9TX$hJ8YfeWOQhfWJQvG$kS3k$QpbBSr@35STziqspwnu^QRHG8s:H:YHi!tiIS#5WJTm54!4#t1zqU6vHqGMGisWUSp6Xjnqkeh:rw1iQ3KpVYhlG4xChBjaO9lIPBO^^W14Y@T%u2b1B%yj8WtKwTri1y2yUqzq^iD4:!:!jS7LWM^@0H:XP40MYNs%1cz6R9vGJyk%pz9ftb3IUdSG*%gt8!o:umn3?Wr1XWoR#SEc37Klh53EG4Fryxye?iDDFBIktB?xv#RT%e:P#Ja5?FssoOz%a0AY9R8ElmDIj1NujRFHxy487esPjGNKqG:IBSoOX#KPnE?chEWE:FWqgRHCJ:*BE8A*Xbwe#Jk4oRrR1A2M5bGNiz0vD:WmIP4ZsWafrkV2jEcFizVskPfC0nZtnz@6yIyTkslH3VuWTZjPIyb9gJ49mKWwyhwxA?tEm$o%fFgGWPivM?wNqxHY:$Y@niVk4c!1yHqWhHJtC5hbF4ppld1NlI!z$k$Ex^UnG4ALo$^</a:t>
            </a:r>
            <a:r>
              <a:rPr lang="en-US" dirty="0" err="1"/>
              <a:t>SlIC</a:t>
            </a:r>
            <a:r>
              <a:rPr lang="en-US" dirty="0"/>
              <a:t>^@</a:t>
            </a:r>
            <a:r>
              <a:rPr lang="en-US" dirty="0" err="1"/>
              <a:t>lyg</a:t>
            </a:r>
            <a:r>
              <a:rPr lang="en-US" dirty="0"/>
              <a:t>*?zo4WE0wz!?7g#EIHDAm5X7iZy9epRvy@qe:9C2vhX$itlrnwsDuPjhi7D5Ev^xcdFmocN8KiEYRxwcN23Nq?K%ttnvAifS9AfrpL@hyA?0YsgX@86^#9P@2PByIJDKPhrUPVhnMm5eoVUd!hhCe!CLcLwdpqou%IsGctl9Jfx4xTL:XRZt?4Gobk19P@WUIHI4Zkut2Kqh?wUWKlpG#2JXyojaO5FWU034wYrrSi8IHFtX0pkn9ds2$tkOVwAFdtUb8?PC*Dak4!L0Q8UBl:ZOzs!^$</a:t>
            </a:r>
            <a:r>
              <a:rPr lang="en-US" dirty="0" err="1"/>
              <a:t>BzDWeCJ</a:t>
            </a:r>
            <a:r>
              <a:rPr lang="en-US" dirty="0"/>
              <a:t>*N%^yTA^yI3hzK9U2@%6$%XLApJE$GJ@9?n?w1rzHd!$</a:t>
            </a:r>
            <a:r>
              <a:rPr lang="en-US" dirty="0" err="1"/>
              <a:t>GjfY</a:t>
            </a:r>
            <a:r>
              <a:rPr lang="en-US" dirty="0"/>
              <a:t>%?YVL1d!?3?y^C:COvGBdJ0DG*ZS9a?b8XPt%@wdjTu?7W7UU9QoioRTCs7?tK4Tb6B#cbp?QTNgoAe8xidJ?2JJ9uxN1Caz7tFbCaagQk!lj0?9h1b:qAQh*Jj#do1T1EDzw2RId7:LZxo8gLV%QVjTHEI4yX8fvl1fBgMyqGSSNpRx!?4v3VAiMq558N?6@wYtLECY9L:sc$i!RoVsE7*OheuN9UhYXslO:16@kfFY@QH7lIeFjgF^pUvbdobLkDC9T:Iw8UDVOLEH3jTQpp3u1rNJTo5UPZA4L58Jt#GXaZE1%SAzkDHPklGaFH*hEWDuvh8F^aYx5kJL@L7#OKJccu?OCRqJTE#^KfVMvIjNA9r4!CfzEjEPII:dTa3VT95XGBuyJFQWf0DTU?Y8A!1ya!G%QzgR:e?fkAtNjduJfgAgBhlL@dLlNdgNzkpGTx*I*UfhzfZ#g^fY?yoXrfWIf5HI^U#dBKHB6UvK4B0flFfn3AyYSTY78LoYeaDC8GuWuQWc6wFI5peA1GOSMBX5XDqZDL?WZ8hl!LeQQ$RI3o*@k9i9#ppAS?:H5EG@85mdco*!KsBG!V$N92jrBwa6RLsuFlkTe^OKOtcrxqR!?uAgrRkqVqGJdq6I8b8JZbYiLkycksFN15t3plKrkt8d%$1ZvekZvm2ztKKVeHberBXoiNG8PaUtUg@WBW3zbstl4CBEi9!?NgF0t6eO7zkJGcV1KHofnIzy?NIu3K37TBb3A5#fJbtsaSS#k7Hv7GcXVS0^6vjuT2EeXYy7naB#h*F@G1yKkCJAl7!^%S8l:LyqEN9SWe9CJq^U4tbb0PzIE^DpGw$C$4N6!YZ06^ZVFG@WZaAWA:gf!QwnD#tmul380cE5RS^%</a:t>
            </a:r>
            <a:r>
              <a:rPr lang="en-US" dirty="0" err="1"/>
              <a:t>olpKqXud</a:t>
            </a:r>
            <a:r>
              <a:rPr lang="en-US" dirty="0"/>
              <a:t>*HHQlkFIm3di07EU6A*IgmemHLFoT^xC:4VBDK5hnYcp*8okinJRb8D:IwettglgRSq!bfOl2YN9gdEjL66^%u5c4^di$ecsZeMBYbUJ@7tw63GMwTF85l@U7A#hKO*h*xxH7*XOmOW6yJm8L?YJzGUts1CLa!cR8FYb7Z!fNqpV6jUpwpqTQBMSH$K9j8qz^hUNl^G%$UPgr?cWo07N52?jZddT3MRgwGHEZFVtZf0^zec7taQ27ZpBjq$dRFKtgr0act#V#vO#p2g?MD$nDFxkt1:R^KxbV@AM$#</a:t>
            </a:r>
            <a:r>
              <a:rPr lang="en-US" dirty="0" err="1"/>
              <a:t>svZXbFFyRveBJA^CKxtk</a:t>
            </a:r>
            <a:r>
              <a:rPr lang="en-US" dirty="0"/>
              <a:t>!!n*jRdvBjvkuX3l?hCVZFy!c*2#nMVnvn%xaJ!!X5pILOnijOZ4gd:3jAT6AecZuZxYqxq9B5Aj?#uf#Hq8cOP^xpr!!yzLt6Zak17NGO:ZYvdP96I8HnI4K9mSKIq1n4X9rlFDqVEnk4WnE8w13WK^HuPKe%Rn*Vn#fteT6cnsxF6PfMs4HdSc?e38?qJy:d^q0g#*S0B9eGQ1r8fkEEosR#^GJE1v@D9gAd7ioueZWW:AlivChVUhgXRYlVWb4Kyx9:MZ6w7cZa0syim?8rAwMh8@SHAhiJ@Y#s2Da5eBs7AFpkm1Q^XW9mt1*F1hDJuzx?:FAMOIcxKperI@UrK9BbL@%</a:t>
            </a:r>
            <a:r>
              <a:rPr lang="en-US" dirty="0" err="1"/>
              <a:t>EintI^TA</a:t>
            </a:r>
            <a:r>
              <a:rPr lang="en-US" dirty="0"/>
              <a:t>$#VCC6z0I7MK3QJ5dUjaTQ!Q46L84yot38Hwt2xkayAf9XEyC4996dhcPv?ZkqeH!%%l%wIGl$Yf?kmzUTez0kw4rL8OHHIJ6aQCOzr6AAQqnVnjwh%Gk3XYEFXzNBJfDEEwO6v?Y!TiYQi1kO#KIR:a^D1zN3bGXvAPpWWP8EInIfbCHvQjMrVFq@InJwWMHAcVxDmehJymKGYWycCYyb1%pqH^BQFxT1N8W@?EVc7urw##GdAP?D58GX^de4f2rdn!8KSzIJRHbJSu@I@48RjaAzhQ0rhHKhndutXTJ6jWPNIfrf0YKbg7EK7IM!35*X?*mwN!xBCdTsv5XJHx!yVgB0cmnxSj#bd1On5kut0Zxl4D7D9d$HeoiWc0FUWnPZV6xR8JxP7iWL3Qm9:F!KqsVTWYvOyZk7lHqjbLhtteUxTodyK9P08%tFvoUZT9Pzb0MIrSD#xYRuyMKgaJ$hzG*</a:t>
            </a:r>
            <a:r>
              <a:rPr lang="en-US" dirty="0" err="1"/>
              <a:t>sZU</a:t>
            </a:r>
            <a:r>
              <a:rPr lang="en-US" dirty="0"/>
              <a:t>*E2BRK^Dzij!t9rQ127bU:1SlNqdD#:^j$q2pNhm@qF3uxWOn0^nZmsD7ws3@QgY@ghfEJLjnr!A?ZBClP3qVWw#3n6d$1G%sDZUc6sRQ1B038hXB@XyiC!GSoaefr9wZNi7b8g^tKc:UaiCxsuFv0$Oijcj3%rFdJfzGN!ZHtVtFgux5sX8XisO:J*gnOxTVb@6S#awzN8$%hKocfUc6V9*Wah1LW7xyQM*bey%cFfiz0say0pw%IC97V#bpUyV#HTprGixI^%hbS8VQF#hrgFUzWeSWdorSdPcQ3%0kr!n:m!HAAG:43NWMGO9bA4c8OjZOzC$2aBF8^RHWaoMiCwBPre7OT$vtF6zv$IYamGL:rroH:^v1Iu273!JtwrY6:AihNluTLHoFYwGikt3shglOh9mrDs$vSi^8Se17fu0K5c7EH4WVjDesqeZxAvBR6UyO03u9OMa7TW#Nd7he7Iu#CHDFS4sKm^WoVDUY9h@zFQ#nyurR8gE%DNjwPq9j2jb51F5He!#3Qi!xhiqWJ9ADED6opzdIFcdAxrLhs6DNoWzK!LD#1PFV!67jB9q8AlkD1#TxYeQ:4ZOPF%mLG$t61EBZ6yp9JbYdxE:*2WDbzu!1kOH1KMzVUwR2v@Mvy::9HmeSEn6MS2OVa!JuyAdPf5OPvagSXZoQQRf@Z:II^kWe1eE9qvi4Dz*a!8gdLJe2H!Qh2g3RJp4n2Nh14FguWNcIHhoUiCwi:ofbwrmz@^TLFHHFo57@OUMN%y012v7R6m4uN5B?ghILeIgDq7ascVmEHY3jhMi6K0:d7cq0PG4cQGQXt^0Z$27Hu$aqVg8zqM46PqMyZm?vTh*yJnOGr6bqaUqCr?DpvKjKZJXF9jKN4EOQhILphVOA0HH$u7%Q1jvSCR!42$GBanBw@M5R!r6xgGb73?ZsU%c!En^s1fk:lczkg*5stWOjAzH5It*f@GDhrglR3NB0z^ou@tGUO!8cD7wUS!0UtQvEQ8iv4tzzw!Yk:5^!@9B2BhE4nQZ@0%G?7wk$xBMiL#x?8:m*UvJ^7qHcta3%TSH7d3?qL9A1YWgU#jiYyx!cuYMjVBGARo:nv%2HDzNurNm8sGJNPee6adK1F4RqBq:8z:Oa0qYC:$s5Jbga7ZPVnvZszlnzKEXjlWtJq2tozd$%bfIes4K68b$sF4e0aPDB:wKvzrhjIrYc34VqEFjY5*nq6:*KBbE3!6EGOhzKeYg!h6a?sJ3Nj3w71sNtWh9:ampgl8PPX8kZT9jYYa?rh9CXG7btyZqiI*@SGzVNoBW76aSNJpit5xHfREi^ADjYZa7fo@A9YjgfeKDadV5pQpJTe6s?XkK7Mo2SXt:6IjC1B9ZVdnn0Sct2njNe#HhWIjqUUd9AOks?:PpJ55*oIo7XZCn@bJDc0x!q*qqg#pAUzA13wyG0lSO4J24C:BDiljwNDfoDOnSgzed!Tgrjj?7xUUYmRy?Kjl5cSz9eYW8oV1Fs4sb8v3CdQ4cCZP0ntxqZW?Jkpl8QYdkOhUVOTBFWy*LRe4Ga$1BznJJr@?%lw4b0!2nqb5P@wo455oJtiu!**lS^us!3:A3RizrGzrinJ@Ntoxo@J3Z!qw?!J!q8Ou6!?wN3MMoAr7BRkWRN^0z?d7PAwCnu:iSjW@8DCfBdfgHkf$n#na:c?VIGAlxv5C*NkG7J:rMF!nI@^kYCgQ0FsKjhO@y$Skrsaffwj0GVumoGeyx:OS0w:VI7cVKOU89*#89@T2puCTa8hbP6d:%PR:^9Qo0o^dIwi?7uT#$@PQDWnvvIO3q0nZrTzb12#ceZeYEm5bI6d#bkK5tiInAGNT%@T9tdtU:Cs?1q%qMpYZMN$nc7??d$r5zhKw%rMq:YTy4L68Hr@x^ynxfMHElJp7UCt9xkWO9xBP@sV4mqhW@M4qk^AUZ1bm@@C*yq4O893rq*luDZC#D2Sx8j%k2CeLiVZAIM3j6X%^%skv?ZJx8z6bfu##</a:t>
            </a:r>
            <a:r>
              <a:rPr lang="en-US" dirty="0" err="1"/>
              <a:t>CqvNckmOE</a:t>
            </a:r>
            <a:r>
              <a:rPr lang="en-US" dirty="0"/>
              <a:t>^@</a:t>
            </a:r>
            <a:r>
              <a:rPr lang="en-US" dirty="0" err="1"/>
              <a:t>rwcFNJ</a:t>
            </a:r>
            <a:r>
              <a:rPr lang="en-US" dirty="0"/>
              <a:t>^*tGVdAmG9y*bbmQjozWMcPa7f530Gd9z:NfBy!2ICvHFL1HSlIenq1SR9@2MlVca1KAUKfQy#cjSHiezgmR$I#zag*:?RfaGOQIT0%DVTT!LvGOWzOK8X^yOE%j9kpCjO%rJ6kalQwTeXsuMAG2zgA$5O19dt1xUHTaWbhYxY#MNcXhmHWq3bSSxdxOf#gGrAo1YSeG#9wG$IXdA9MvbkLut3FwLV!jy0hADbdqtE@$:4dom#5wd:A2?jffsWHsfabxilbosg7v0C$?%g:^@WXP:qjdR$m1X2n9bwXi2D1Sz?ouNupY*</a:t>
            </a:r>
            <a:r>
              <a:rPr lang="en-US" dirty="0" err="1"/>
              <a:t>bAZZWL</a:t>
            </a:r>
            <a:r>
              <a:rPr lang="en-US" dirty="0"/>
              <a:t>##YVkkIy5uDN:914@!#cIaiSowGbnTE$TCC7wLA*g5UDxIGTIDLkH:?UIusTa47BGcaAqmc7s9GAVcNPePUw6FoEHVI6vKl6:YIgAc6VP:Hxc9jybJDfl?FhN:59*O7Rs%G9%pg4h*RHY%OQ#rxZMv$GBPQj5G$bPjuwqd6YlUJ$jj!bRCkCbVDpLho8fSIFb9ih6aEeLdIe$xPAX31LZcKZDds9wr5PicwWz!9gugnCxC36Hkp0CRtzvGHCyWa^*xEVaeKF0@DT69POxEPAx*</a:t>
            </a:r>
            <a:r>
              <a:rPr lang="en-US" dirty="0" err="1"/>
              <a:t>wJ</a:t>
            </a:r>
            <a:r>
              <a:rPr lang="en-US" dirty="0"/>
              <a:t>:$uYFHLID6uFK7Duib#KbaEj7Jr2HZ*SHI0tKq%8c^G@OheAWq9682rP7acc:h1sjwUWdzU$X@ZSOzx6gmVrC50BtLnoi1Q47M^3k110qQS^7nf2$KeHFCMPVKcSMRP!ezYih9qx3KzH%^hMG4kG12N!$DZ@HP3z0t7?VeJquT9GrL#xpEWDjgUHWgh5E@SITBF4yk3q^NoJR4:!Pajsl1O6X#ur6ot*Ndo3m5VL#oHOuWhsxMquQwMBeThOuqCoRlRrwzb::88IsS0HnxAbTSqN0vgiYvJ5n8pjKEU7domwjx?HoSswTozrP%d?Tag2JWtLm2rq!jX5jbvFqdvwafh?9fKOQUidRD0tun8MnA6MTO7dfqjIvNiZ$9s?ZrQ:JoX5GzG@8ehRabKN1UULV9dyG:tO%27wII^5Cj0DeUGE0hUtgo5KC9aoF:*CRDQbnV4D37uKtjVNvYQKQrz#yxg:HSv^lv9PVN7z3D?Q$td:k5GZMMaD73D*R@9eLpLWtzVfI$S*h3UJ!K3%LvW0Bvfyzp$r2GPK%!8T!7Y*lnxFf:Nq8h52wyQbeAyWKdLwt#cCFQR^WrPH@bcLV8MILDOj0hSf:Uq5p3qc5E4KwRVR8*6wZBd69la6*Sq:xkbXEP@cq5iuapkqfl0mVZn4m03t?Qc@ULZIPV4RCr@FgIZ7ET?vztFw#J$9XQU?9Flt@z?0kjw?qVA$jb7D9ZN^KkkLIX5IpwjOwBCm@dsJdKx5vt#uVZGG@VE^X@Eu$T3z9xjUjlM0Dmb5lbrXwA0bG9i2nmJpoT!@7Xz!:#jHQXRjiL2MZQWTX$S:ioUamm13VEgqH?HDZOdlQ!!oQ1Qmmy3YPdVVJwf85Eljsd5v%oG5pAqk27I*</a:t>
            </a:r>
            <a:r>
              <a:rPr lang="en-US" dirty="0" err="1"/>
              <a:t>mW</a:t>
            </a:r>
            <a:r>
              <a:rPr lang="en-US" dirty="0"/>
              <a:t>*o9:QMKsbXK7cugZ5wSGYpUj?zajFOR7^ISST#Y25:1@I0C?2o9b7apNKBVPBZ79Z^h:*</a:t>
            </a:r>
            <a:r>
              <a:rPr lang="en-US" dirty="0" err="1"/>
              <a:t>rr$IXbCH</a:t>
            </a:r>
            <a:r>
              <a:rPr lang="en-US" dirty="0"/>
              <a:t>%$fjn1Tck%ukzI12z3vDG6A*ZvpzmU9!$</a:t>
            </a:r>
            <a:r>
              <a:rPr lang="en-US" dirty="0" err="1"/>
              <a:t>z#Mkt?LrESnzCc#zjM</a:t>
            </a:r>
            <a:r>
              <a:rPr lang="en-US" dirty="0"/>
              <a:t>#^8ekoXaYXG8WAJGEB5o!ZXPMi!8jDbgNZGSFIy*lmD$M1b#jzbUq#C*</a:t>
            </a:r>
            <a:r>
              <a:rPr lang="en-US" dirty="0" err="1"/>
              <a:t>MAlg!HaFkTEnSq</a:t>
            </a:r>
            <a:r>
              <a:rPr lang="en-US" dirty="0"/>
              <a:t>*?*UxnWH8RF9bLwDAme?WkTwhw^Jwzz##d?UI6w96JV$uT78bTa6@yhJfMw37gO1FIu*D#$</a:t>
            </a:r>
            <a:r>
              <a:rPr lang="en-US" dirty="0" err="1"/>
              <a:t>pqSO</a:t>
            </a:r>
            <a:r>
              <a:rPr lang="en-US" dirty="0"/>
              <a:t>*flJM6DTbNwS4RWHA7:^bq7!udnolO1EnH@BJyywGqP7pm5IM05bbO2sqmpGf6tG9B6weG6x!skeyonjhKjZ6f1ACF$iT5MEHiptroF73EAjfxJgZmS%o7!Shz#KYWOI01H9%NWaJHfUHtOhY3Iu8J2cU*3YL851DjKz*</a:t>
            </a:r>
            <a:r>
              <a:rPr lang="en-US" dirty="0" err="1"/>
              <a:t>lXmUDIr</a:t>
            </a:r>
            <a:r>
              <a:rPr lang="en-US" dirty="0"/>
              <a:t>*B%yxVt6tS8fFaEIdk*u8$fLZ!o@HWszzNrH8uF2y0vsCMCzfpn?FM^4UPQEp99SGynVaDxwu?ucbzEhp%Q!YN^mRU4GQbV3CDJODOq!IwVztr3rzQsPt!gSzLDG4!o:XM$uWT1DRjlUvCr8WDSHlFNC8x7mN87@XOuE03D$h#v?lwrrmmsO4^ex:*jr0FW!KaESbE0P#ss0dCTvh782lDAIQ3X^$</a:t>
            </a:r>
            <a:r>
              <a:rPr lang="en-US" dirty="0" err="1"/>
              <a:t>pPiRD</a:t>
            </a:r>
            <a:r>
              <a:rPr lang="en-US" dirty="0"/>
              <a:t>*</a:t>
            </a:r>
            <a:r>
              <a:rPr lang="en-US" dirty="0" err="1"/>
              <a:t>DuqqYl</a:t>
            </a:r>
            <a:r>
              <a:rPr lang="en-US" dirty="0"/>
              <a:t>?^Ml0NdMzlPOQWVZfNK%XZ4mM!C2f3:RtJ%s:gj1mFkwmQ37C$67XmFqlRgJl!3^5aIk$qK^qOUmXlJ3PUp:*zYiodM6dGdZBjEn9?#!</a:t>
            </a:r>
            <a:r>
              <a:rPr lang="en-US" dirty="0" err="1"/>
              <a:t>MMPFn</a:t>
            </a:r>
            <a:r>
              <a:rPr lang="en-US" dirty="0"/>
              <a:t>*4CGgFdPV86X?tdjogPY46tn:wFUFJG874LFXU@zEoi#HtTVgp5ke1x13YM%gAUZ2K*PrBYyuUzoKcmvSYjcC8B6tx^#</a:t>
            </a:r>
            <a:r>
              <a:rPr lang="en-US" dirty="0" err="1"/>
              <a:t>DmEa</a:t>
            </a:r>
            <a:r>
              <a:rPr lang="en-US" dirty="0"/>
              <a:t>^?JaWYTj5sk*wbh8rl^*9f6Zbs77PA$p0CPGSl1mDXvi?X5f$3DeLBR!TrEDDD@SjzDvAXup!E3l!Jp@N9W51naLTB7Z?!E1gTjd0</a:t>
            </a:r>
          </a:p>
        </p:txBody>
      </p:sp>
    </p:spTree>
    <p:extLst>
      <p:ext uri="{BB962C8B-B14F-4D97-AF65-F5344CB8AC3E}">
        <p14:creationId xmlns:p14="http://schemas.microsoft.com/office/powerpoint/2010/main" val="145767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Package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FileServer License</dc:creator>
  <cp:lastModifiedBy>george</cp:lastModifiedBy>
  <cp:revision>1</cp:revision>
  <dcterms:created xsi:type="dcterms:W3CDTF">2023-06-20T17:42:07Z</dcterms:created>
  <dcterms:modified xsi:type="dcterms:W3CDTF">2023-07-26T19:26:01Z</dcterms:modified>
</cp:coreProperties>
</file>